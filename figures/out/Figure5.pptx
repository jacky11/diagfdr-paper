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4630400" cy="82296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46304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4630399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229234" cy="4166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87449" y="593810"/>
              <a:ext cx="3541785" cy="13801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87449" y="1911223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87449" y="1530605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87449" y="1149987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87449" y="769369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48439" y="59381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921707" y="59381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94976" y="59381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68244" y="59381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49250" y="656544"/>
              <a:ext cx="1607310" cy="1254678"/>
            </a:xfrm>
            <a:custGeom>
              <a:avLst/>
              <a:pathLst>
                <a:path w="1607310" h="1254678">
                  <a:moveTo>
                    <a:pt x="0" y="1157018"/>
                  </a:moveTo>
                  <a:lnTo>
                    <a:pt x="1630" y="1149574"/>
                  </a:lnTo>
                  <a:lnTo>
                    <a:pt x="3260" y="1141858"/>
                  </a:lnTo>
                  <a:lnTo>
                    <a:pt x="4890" y="1133868"/>
                  </a:lnTo>
                  <a:lnTo>
                    <a:pt x="6520" y="1125606"/>
                  </a:lnTo>
                  <a:lnTo>
                    <a:pt x="8150" y="1117097"/>
                  </a:lnTo>
                  <a:lnTo>
                    <a:pt x="9780" y="1108350"/>
                  </a:lnTo>
                  <a:lnTo>
                    <a:pt x="11410" y="1099375"/>
                  </a:lnTo>
                  <a:lnTo>
                    <a:pt x="13041" y="1090183"/>
                  </a:lnTo>
                  <a:lnTo>
                    <a:pt x="14671" y="1080785"/>
                  </a:lnTo>
                  <a:lnTo>
                    <a:pt x="16301" y="1071195"/>
                  </a:lnTo>
                  <a:lnTo>
                    <a:pt x="17931" y="1061426"/>
                  </a:lnTo>
                  <a:lnTo>
                    <a:pt x="19561" y="1051494"/>
                  </a:lnTo>
                  <a:lnTo>
                    <a:pt x="21191" y="1041416"/>
                  </a:lnTo>
                  <a:lnTo>
                    <a:pt x="22821" y="1031210"/>
                  </a:lnTo>
                  <a:lnTo>
                    <a:pt x="24451" y="1020886"/>
                  </a:lnTo>
                  <a:lnTo>
                    <a:pt x="26082" y="1010475"/>
                  </a:lnTo>
                  <a:lnTo>
                    <a:pt x="27712" y="999998"/>
                  </a:lnTo>
                  <a:lnTo>
                    <a:pt x="29342" y="989475"/>
                  </a:lnTo>
                  <a:lnTo>
                    <a:pt x="30972" y="978925"/>
                  </a:lnTo>
                  <a:lnTo>
                    <a:pt x="32602" y="968367"/>
                  </a:lnTo>
                  <a:lnTo>
                    <a:pt x="34232" y="957816"/>
                  </a:lnTo>
                  <a:lnTo>
                    <a:pt x="35862" y="947289"/>
                  </a:lnTo>
                  <a:lnTo>
                    <a:pt x="37493" y="936796"/>
                  </a:lnTo>
                  <a:lnTo>
                    <a:pt x="39123" y="926349"/>
                  </a:lnTo>
                  <a:lnTo>
                    <a:pt x="40753" y="915953"/>
                  </a:lnTo>
                  <a:lnTo>
                    <a:pt x="42383" y="905612"/>
                  </a:lnTo>
                  <a:lnTo>
                    <a:pt x="44013" y="895328"/>
                  </a:lnTo>
                  <a:lnTo>
                    <a:pt x="45643" y="885090"/>
                  </a:lnTo>
                  <a:lnTo>
                    <a:pt x="47273" y="874887"/>
                  </a:lnTo>
                  <a:lnTo>
                    <a:pt x="48903" y="864707"/>
                  </a:lnTo>
                  <a:lnTo>
                    <a:pt x="50534" y="854532"/>
                  </a:lnTo>
                  <a:lnTo>
                    <a:pt x="52164" y="844341"/>
                  </a:lnTo>
                  <a:lnTo>
                    <a:pt x="53794" y="834112"/>
                  </a:lnTo>
                  <a:lnTo>
                    <a:pt x="55424" y="823819"/>
                  </a:lnTo>
                  <a:lnTo>
                    <a:pt x="57054" y="813436"/>
                  </a:lnTo>
                  <a:lnTo>
                    <a:pt x="58684" y="802935"/>
                  </a:lnTo>
                  <a:lnTo>
                    <a:pt x="60314" y="792290"/>
                  </a:lnTo>
                  <a:lnTo>
                    <a:pt x="61945" y="781456"/>
                  </a:lnTo>
                  <a:lnTo>
                    <a:pt x="63575" y="770418"/>
                  </a:lnTo>
                  <a:lnTo>
                    <a:pt x="65205" y="759158"/>
                  </a:lnTo>
                  <a:lnTo>
                    <a:pt x="66835" y="747658"/>
                  </a:lnTo>
                  <a:lnTo>
                    <a:pt x="68465" y="735906"/>
                  </a:lnTo>
                  <a:lnTo>
                    <a:pt x="70095" y="723893"/>
                  </a:lnTo>
                  <a:lnTo>
                    <a:pt x="71725" y="711617"/>
                  </a:lnTo>
                  <a:lnTo>
                    <a:pt x="73355" y="699080"/>
                  </a:lnTo>
                  <a:lnTo>
                    <a:pt x="74986" y="686292"/>
                  </a:lnTo>
                  <a:lnTo>
                    <a:pt x="76616" y="673268"/>
                  </a:lnTo>
                  <a:lnTo>
                    <a:pt x="78246" y="660030"/>
                  </a:lnTo>
                  <a:lnTo>
                    <a:pt x="79876" y="646601"/>
                  </a:lnTo>
                  <a:lnTo>
                    <a:pt x="81506" y="633016"/>
                  </a:lnTo>
                  <a:lnTo>
                    <a:pt x="83136" y="619330"/>
                  </a:lnTo>
                  <a:lnTo>
                    <a:pt x="84766" y="605588"/>
                  </a:lnTo>
                  <a:lnTo>
                    <a:pt x="86397" y="591842"/>
                  </a:lnTo>
                  <a:lnTo>
                    <a:pt x="88027" y="578144"/>
                  </a:lnTo>
                  <a:lnTo>
                    <a:pt x="89657" y="564550"/>
                  </a:lnTo>
                  <a:lnTo>
                    <a:pt x="91287" y="551117"/>
                  </a:lnTo>
                  <a:lnTo>
                    <a:pt x="92917" y="537903"/>
                  </a:lnTo>
                  <a:lnTo>
                    <a:pt x="94547" y="524964"/>
                  </a:lnTo>
                  <a:lnTo>
                    <a:pt x="96177" y="512356"/>
                  </a:lnTo>
                  <a:lnTo>
                    <a:pt x="97807" y="500132"/>
                  </a:lnTo>
                  <a:lnTo>
                    <a:pt x="99438" y="488383"/>
                  </a:lnTo>
                  <a:lnTo>
                    <a:pt x="101068" y="477129"/>
                  </a:lnTo>
                  <a:lnTo>
                    <a:pt x="102698" y="466398"/>
                  </a:lnTo>
                  <a:lnTo>
                    <a:pt x="104328" y="456224"/>
                  </a:lnTo>
                  <a:lnTo>
                    <a:pt x="105958" y="446630"/>
                  </a:lnTo>
                  <a:lnTo>
                    <a:pt x="107588" y="437636"/>
                  </a:lnTo>
                  <a:lnTo>
                    <a:pt x="109218" y="429252"/>
                  </a:lnTo>
                  <a:lnTo>
                    <a:pt x="110849" y="421484"/>
                  </a:lnTo>
                  <a:lnTo>
                    <a:pt x="112479" y="414328"/>
                  </a:lnTo>
                  <a:lnTo>
                    <a:pt x="114109" y="407776"/>
                  </a:lnTo>
                  <a:lnTo>
                    <a:pt x="115739" y="401814"/>
                  </a:lnTo>
                  <a:lnTo>
                    <a:pt x="117369" y="396440"/>
                  </a:lnTo>
                  <a:lnTo>
                    <a:pt x="118999" y="391641"/>
                  </a:lnTo>
                  <a:lnTo>
                    <a:pt x="120629" y="387347"/>
                  </a:lnTo>
                  <a:lnTo>
                    <a:pt x="122259" y="383524"/>
                  </a:lnTo>
                  <a:lnTo>
                    <a:pt x="123890" y="380134"/>
                  </a:lnTo>
                  <a:lnTo>
                    <a:pt x="125520" y="377140"/>
                  </a:lnTo>
                  <a:lnTo>
                    <a:pt x="127150" y="374502"/>
                  </a:lnTo>
                  <a:lnTo>
                    <a:pt x="128780" y="372180"/>
                  </a:lnTo>
                  <a:lnTo>
                    <a:pt x="130410" y="370135"/>
                  </a:lnTo>
                  <a:lnTo>
                    <a:pt x="132040" y="368330"/>
                  </a:lnTo>
                  <a:lnTo>
                    <a:pt x="133670" y="366727"/>
                  </a:lnTo>
                  <a:lnTo>
                    <a:pt x="135300" y="365291"/>
                  </a:lnTo>
                  <a:lnTo>
                    <a:pt x="136931" y="363998"/>
                  </a:lnTo>
                  <a:lnTo>
                    <a:pt x="138561" y="362804"/>
                  </a:lnTo>
                  <a:lnTo>
                    <a:pt x="140191" y="361679"/>
                  </a:lnTo>
                  <a:lnTo>
                    <a:pt x="141821" y="360599"/>
                  </a:lnTo>
                  <a:lnTo>
                    <a:pt x="143451" y="359541"/>
                  </a:lnTo>
                  <a:lnTo>
                    <a:pt x="145081" y="358486"/>
                  </a:lnTo>
                  <a:lnTo>
                    <a:pt x="146711" y="357414"/>
                  </a:lnTo>
                  <a:lnTo>
                    <a:pt x="148342" y="356312"/>
                  </a:lnTo>
                  <a:lnTo>
                    <a:pt x="149972" y="355167"/>
                  </a:lnTo>
                  <a:lnTo>
                    <a:pt x="151602" y="353967"/>
                  </a:lnTo>
                  <a:lnTo>
                    <a:pt x="153232" y="352705"/>
                  </a:lnTo>
                  <a:lnTo>
                    <a:pt x="154862" y="351373"/>
                  </a:lnTo>
                  <a:lnTo>
                    <a:pt x="156492" y="349965"/>
                  </a:lnTo>
                  <a:lnTo>
                    <a:pt x="158122" y="348486"/>
                  </a:lnTo>
                  <a:lnTo>
                    <a:pt x="159752" y="346940"/>
                  </a:lnTo>
                  <a:lnTo>
                    <a:pt x="161383" y="345332"/>
                  </a:lnTo>
                  <a:lnTo>
                    <a:pt x="163013" y="343672"/>
                  </a:lnTo>
                  <a:lnTo>
                    <a:pt x="164643" y="341971"/>
                  </a:lnTo>
                  <a:lnTo>
                    <a:pt x="166273" y="340244"/>
                  </a:lnTo>
                  <a:lnTo>
                    <a:pt x="167903" y="338510"/>
                  </a:lnTo>
                  <a:lnTo>
                    <a:pt x="169533" y="336787"/>
                  </a:lnTo>
                  <a:lnTo>
                    <a:pt x="171163" y="335100"/>
                  </a:lnTo>
                  <a:lnTo>
                    <a:pt x="172794" y="333474"/>
                  </a:lnTo>
                  <a:lnTo>
                    <a:pt x="174424" y="331946"/>
                  </a:lnTo>
                  <a:lnTo>
                    <a:pt x="176054" y="330543"/>
                  </a:lnTo>
                  <a:lnTo>
                    <a:pt x="177684" y="329294"/>
                  </a:lnTo>
                  <a:lnTo>
                    <a:pt x="179314" y="328228"/>
                  </a:lnTo>
                  <a:lnTo>
                    <a:pt x="180944" y="327375"/>
                  </a:lnTo>
                  <a:lnTo>
                    <a:pt x="182574" y="326763"/>
                  </a:lnTo>
                  <a:lnTo>
                    <a:pt x="184204" y="326420"/>
                  </a:lnTo>
                  <a:lnTo>
                    <a:pt x="185835" y="326367"/>
                  </a:lnTo>
                  <a:lnTo>
                    <a:pt x="187465" y="326628"/>
                  </a:lnTo>
                  <a:lnTo>
                    <a:pt x="189095" y="327217"/>
                  </a:lnTo>
                  <a:lnTo>
                    <a:pt x="190725" y="328148"/>
                  </a:lnTo>
                  <a:lnTo>
                    <a:pt x="192355" y="329440"/>
                  </a:lnTo>
                  <a:lnTo>
                    <a:pt x="193985" y="331108"/>
                  </a:lnTo>
                  <a:lnTo>
                    <a:pt x="195615" y="333121"/>
                  </a:lnTo>
                  <a:lnTo>
                    <a:pt x="197246" y="335466"/>
                  </a:lnTo>
                  <a:lnTo>
                    <a:pt x="198876" y="338127"/>
                  </a:lnTo>
                  <a:lnTo>
                    <a:pt x="200506" y="341078"/>
                  </a:lnTo>
                  <a:lnTo>
                    <a:pt x="202136" y="344290"/>
                  </a:lnTo>
                  <a:lnTo>
                    <a:pt x="203766" y="347727"/>
                  </a:lnTo>
                  <a:lnTo>
                    <a:pt x="205396" y="351350"/>
                  </a:lnTo>
                  <a:lnTo>
                    <a:pt x="207026" y="355111"/>
                  </a:lnTo>
                  <a:lnTo>
                    <a:pt x="208656" y="358962"/>
                  </a:lnTo>
                  <a:lnTo>
                    <a:pt x="210287" y="362850"/>
                  </a:lnTo>
                  <a:lnTo>
                    <a:pt x="211917" y="366710"/>
                  </a:lnTo>
                  <a:lnTo>
                    <a:pt x="213547" y="370478"/>
                  </a:lnTo>
                  <a:lnTo>
                    <a:pt x="215177" y="374092"/>
                  </a:lnTo>
                  <a:lnTo>
                    <a:pt x="216807" y="377493"/>
                  </a:lnTo>
                  <a:lnTo>
                    <a:pt x="218437" y="380617"/>
                  </a:lnTo>
                  <a:lnTo>
                    <a:pt x="220067" y="383405"/>
                  </a:lnTo>
                  <a:lnTo>
                    <a:pt x="221698" y="385796"/>
                  </a:lnTo>
                  <a:lnTo>
                    <a:pt x="223328" y="387730"/>
                  </a:lnTo>
                  <a:lnTo>
                    <a:pt x="224958" y="389151"/>
                  </a:lnTo>
                  <a:lnTo>
                    <a:pt x="226588" y="390001"/>
                  </a:lnTo>
                  <a:lnTo>
                    <a:pt x="228218" y="390228"/>
                  </a:lnTo>
                  <a:lnTo>
                    <a:pt x="229848" y="389759"/>
                  </a:lnTo>
                  <a:lnTo>
                    <a:pt x="231478" y="388502"/>
                  </a:lnTo>
                  <a:lnTo>
                    <a:pt x="233108" y="386466"/>
                  </a:lnTo>
                  <a:lnTo>
                    <a:pt x="234739" y="383608"/>
                  </a:lnTo>
                  <a:lnTo>
                    <a:pt x="236369" y="379891"/>
                  </a:lnTo>
                  <a:lnTo>
                    <a:pt x="237999" y="375281"/>
                  </a:lnTo>
                  <a:lnTo>
                    <a:pt x="239629" y="369749"/>
                  </a:lnTo>
                  <a:lnTo>
                    <a:pt x="241259" y="363272"/>
                  </a:lnTo>
                  <a:lnTo>
                    <a:pt x="242889" y="355835"/>
                  </a:lnTo>
                  <a:lnTo>
                    <a:pt x="244519" y="347428"/>
                  </a:lnTo>
                  <a:lnTo>
                    <a:pt x="246150" y="338050"/>
                  </a:lnTo>
                  <a:lnTo>
                    <a:pt x="247780" y="327710"/>
                  </a:lnTo>
                  <a:lnTo>
                    <a:pt x="249410" y="316353"/>
                  </a:lnTo>
                  <a:lnTo>
                    <a:pt x="251040" y="304070"/>
                  </a:lnTo>
                  <a:lnTo>
                    <a:pt x="252670" y="290930"/>
                  </a:lnTo>
                  <a:lnTo>
                    <a:pt x="254300" y="276993"/>
                  </a:lnTo>
                  <a:lnTo>
                    <a:pt x="255930" y="262330"/>
                  </a:lnTo>
                  <a:lnTo>
                    <a:pt x="257560" y="247028"/>
                  </a:lnTo>
                  <a:lnTo>
                    <a:pt x="259191" y="231183"/>
                  </a:lnTo>
                  <a:lnTo>
                    <a:pt x="260821" y="214905"/>
                  </a:lnTo>
                  <a:lnTo>
                    <a:pt x="262451" y="198314"/>
                  </a:lnTo>
                  <a:lnTo>
                    <a:pt x="264081" y="181539"/>
                  </a:lnTo>
                  <a:lnTo>
                    <a:pt x="265711" y="164717"/>
                  </a:lnTo>
                  <a:lnTo>
                    <a:pt x="267341" y="147999"/>
                  </a:lnTo>
                  <a:lnTo>
                    <a:pt x="268971" y="131567"/>
                  </a:lnTo>
                  <a:lnTo>
                    <a:pt x="270601" y="115560"/>
                  </a:lnTo>
                  <a:lnTo>
                    <a:pt x="272232" y="100123"/>
                  </a:lnTo>
                  <a:lnTo>
                    <a:pt x="273862" y="85397"/>
                  </a:lnTo>
                  <a:lnTo>
                    <a:pt x="275492" y="71515"/>
                  </a:lnTo>
                  <a:lnTo>
                    <a:pt x="277122" y="58600"/>
                  </a:lnTo>
                  <a:lnTo>
                    <a:pt x="278752" y="46763"/>
                  </a:lnTo>
                  <a:lnTo>
                    <a:pt x="280382" y="36104"/>
                  </a:lnTo>
                  <a:lnTo>
                    <a:pt x="282012" y="26707"/>
                  </a:lnTo>
                  <a:lnTo>
                    <a:pt x="283643" y="18640"/>
                  </a:lnTo>
                  <a:lnTo>
                    <a:pt x="285273" y="11954"/>
                  </a:lnTo>
                  <a:lnTo>
                    <a:pt x="286903" y="6797"/>
                  </a:lnTo>
                  <a:lnTo>
                    <a:pt x="288533" y="3111"/>
                  </a:lnTo>
                  <a:lnTo>
                    <a:pt x="290163" y="852"/>
                  </a:lnTo>
                  <a:lnTo>
                    <a:pt x="291793" y="0"/>
                  </a:lnTo>
                  <a:lnTo>
                    <a:pt x="293423" y="516"/>
                  </a:lnTo>
                  <a:lnTo>
                    <a:pt x="295053" y="2352"/>
                  </a:lnTo>
                  <a:lnTo>
                    <a:pt x="296684" y="5445"/>
                  </a:lnTo>
                  <a:lnTo>
                    <a:pt x="298314" y="9722"/>
                  </a:lnTo>
                  <a:lnTo>
                    <a:pt x="299944" y="15100"/>
                  </a:lnTo>
                  <a:lnTo>
                    <a:pt x="301574" y="21489"/>
                  </a:lnTo>
                  <a:lnTo>
                    <a:pt x="303204" y="28792"/>
                  </a:lnTo>
                  <a:lnTo>
                    <a:pt x="304834" y="36928"/>
                  </a:lnTo>
                  <a:lnTo>
                    <a:pt x="306464" y="45814"/>
                  </a:lnTo>
                  <a:lnTo>
                    <a:pt x="308095" y="55281"/>
                  </a:lnTo>
                  <a:lnTo>
                    <a:pt x="309725" y="65225"/>
                  </a:lnTo>
                  <a:lnTo>
                    <a:pt x="311355" y="75545"/>
                  </a:lnTo>
                  <a:lnTo>
                    <a:pt x="312985" y="86142"/>
                  </a:lnTo>
                  <a:lnTo>
                    <a:pt x="314615" y="96923"/>
                  </a:lnTo>
                  <a:lnTo>
                    <a:pt x="316245" y="107800"/>
                  </a:lnTo>
                  <a:lnTo>
                    <a:pt x="317875" y="118689"/>
                  </a:lnTo>
                  <a:lnTo>
                    <a:pt x="319505" y="129516"/>
                  </a:lnTo>
                  <a:lnTo>
                    <a:pt x="321136" y="140212"/>
                  </a:lnTo>
                  <a:lnTo>
                    <a:pt x="322766" y="150715"/>
                  </a:lnTo>
                  <a:lnTo>
                    <a:pt x="324396" y="160950"/>
                  </a:lnTo>
                  <a:lnTo>
                    <a:pt x="326026" y="170880"/>
                  </a:lnTo>
                  <a:lnTo>
                    <a:pt x="327656" y="180475"/>
                  </a:lnTo>
                  <a:lnTo>
                    <a:pt x="329286" y="189710"/>
                  </a:lnTo>
                  <a:lnTo>
                    <a:pt x="330916" y="198564"/>
                  </a:lnTo>
                  <a:lnTo>
                    <a:pt x="332547" y="207023"/>
                  </a:lnTo>
                  <a:lnTo>
                    <a:pt x="334177" y="215081"/>
                  </a:lnTo>
                  <a:lnTo>
                    <a:pt x="335807" y="222737"/>
                  </a:lnTo>
                  <a:lnTo>
                    <a:pt x="337437" y="229995"/>
                  </a:lnTo>
                  <a:lnTo>
                    <a:pt x="339067" y="236865"/>
                  </a:lnTo>
                  <a:lnTo>
                    <a:pt x="340697" y="243361"/>
                  </a:lnTo>
                  <a:lnTo>
                    <a:pt x="342327" y="249492"/>
                  </a:lnTo>
                  <a:lnTo>
                    <a:pt x="343957" y="255268"/>
                  </a:lnTo>
                  <a:lnTo>
                    <a:pt x="345588" y="260742"/>
                  </a:lnTo>
                  <a:lnTo>
                    <a:pt x="347218" y="265946"/>
                  </a:lnTo>
                  <a:lnTo>
                    <a:pt x="348848" y="270912"/>
                  </a:lnTo>
                  <a:lnTo>
                    <a:pt x="350478" y="275676"/>
                  </a:lnTo>
                  <a:lnTo>
                    <a:pt x="352108" y="280274"/>
                  </a:lnTo>
                  <a:lnTo>
                    <a:pt x="353738" y="284747"/>
                  </a:lnTo>
                  <a:lnTo>
                    <a:pt x="355368" y="289135"/>
                  </a:lnTo>
                  <a:lnTo>
                    <a:pt x="356999" y="293480"/>
                  </a:lnTo>
                  <a:lnTo>
                    <a:pt x="358629" y="297826"/>
                  </a:lnTo>
                  <a:lnTo>
                    <a:pt x="360259" y="302214"/>
                  </a:lnTo>
                  <a:lnTo>
                    <a:pt x="361889" y="306700"/>
                  </a:lnTo>
                  <a:lnTo>
                    <a:pt x="363519" y="311327"/>
                  </a:lnTo>
                  <a:lnTo>
                    <a:pt x="365149" y="316135"/>
                  </a:lnTo>
                  <a:lnTo>
                    <a:pt x="366779" y="321162"/>
                  </a:lnTo>
                  <a:lnTo>
                    <a:pt x="368409" y="326446"/>
                  </a:lnTo>
                  <a:lnTo>
                    <a:pt x="370040" y="332020"/>
                  </a:lnTo>
                  <a:lnTo>
                    <a:pt x="371670" y="337916"/>
                  </a:lnTo>
                  <a:lnTo>
                    <a:pt x="373300" y="344161"/>
                  </a:lnTo>
                  <a:lnTo>
                    <a:pt x="374930" y="350778"/>
                  </a:lnTo>
                  <a:lnTo>
                    <a:pt x="376560" y="357786"/>
                  </a:lnTo>
                  <a:lnTo>
                    <a:pt x="378190" y="365200"/>
                  </a:lnTo>
                  <a:lnTo>
                    <a:pt x="379820" y="373038"/>
                  </a:lnTo>
                  <a:lnTo>
                    <a:pt x="381451" y="381331"/>
                  </a:lnTo>
                  <a:lnTo>
                    <a:pt x="383081" y="390043"/>
                  </a:lnTo>
                  <a:lnTo>
                    <a:pt x="384711" y="399166"/>
                  </a:lnTo>
                  <a:lnTo>
                    <a:pt x="386341" y="408691"/>
                  </a:lnTo>
                  <a:lnTo>
                    <a:pt x="387971" y="418601"/>
                  </a:lnTo>
                  <a:lnTo>
                    <a:pt x="389601" y="428877"/>
                  </a:lnTo>
                  <a:lnTo>
                    <a:pt x="391231" y="439498"/>
                  </a:lnTo>
                  <a:lnTo>
                    <a:pt x="392861" y="450436"/>
                  </a:lnTo>
                  <a:lnTo>
                    <a:pt x="394492" y="461664"/>
                  </a:lnTo>
                  <a:lnTo>
                    <a:pt x="396122" y="473150"/>
                  </a:lnTo>
                  <a:lnTo>
                    <a:pt x="397752" y="484863"/>
                  </a:lnTo>
                  <a:lnTo>
                    <a:pt x="399382" y="496779"/>
                  </a:lnTo>
                  <a:lnTo>
                    <a:pt x="401012" y="508850"/>
                  </a:lnTo>
                  <a:lnTo>
                    <a:pt x="402642" y="521035"/>
                  </a:lnTo>
                  <a:lnTo>
                    <a:pt x="404272" y="533299"/>
                  </a:lnTo>
                  <a:lnTo>
                    <a:pt x="405902" y="545608"/>
                  </a:lnTo>
                  <a:lnTo>
                    <a:pt x="407533" y="557926"/>
                  </a:lnTo>
                  <a:lnTo>
                    <a:pt x="409163" y="570221"/>
                  </a:lnTo>
                  <a:lnTo>
                    <a:pt x="410793" y="582461"/>
                  </a:lnTo>
                  <a:lnTo>
                    <a:pt x="412423" y="594614"/>
                  </a:lnTo>
                  <a:lnTo>
                    <a:pt x="414053" y="606653"/>
                  </a:lnTo>
                  <a:lnTo>
                    <a:pt x="415683" y="618548"/>
                  </a:lnTo>
                  <a:lnTo>
                    <a:pt x="417313" y="630270"/>
                  </a:lnTo>
                  <a:lnTo>
                    <a:pt x="418944" y="641777"/>
                  </a:lnTo>
                  <a:lnTo>
                    <a:pt x="420574" y="653064"/>
                  </a:lnTo>
                  <a:lnTo>
                    <a:pt x="422204" y="664109"/>
                  </a:lnTo>
                  <a:lnTo>
                    <a:pt x="423834" y="674895"/>
                  </a:lnTo>
                  <a:lnTo>
                    <a:pt x="425464" y="685406"/>
                  </a:lnTo>
                  <a:lnTo>
                    <a:pt x="427094" y="695629"/>
                  </a:lnTo>
                  <a:lnTo>
                    <a:pt x="428724" y="705553"/>
                  </a:lnTo>
                  <a:lnTo>
                    <a:pt x="430354" y="715170"/>
                  </a:lnTo>
                  <a:lnTo>
                    <a:pt x="431985" y="724474"/>
                  </a:lnTo>
                  <a:lnTo>
                    <a:pt x="433615" y="733461"/>
                  </a:lnTo>
                  <a:lnTo>
                    <a:pt x="435245" y="742132"/>
                  </a:lnTo>
                  <a:lnTo>
                    <a:pt x="436875" y="750467"/>
                  </a:lnTo>
                  <a:lnTo>
                    <a:pt x="438505" y="758483"/>
                  </a:lnTo>
                  <a:lnTo>
                    <a:pt x="440135" y="766201"/>
                  </a:lnTo>
                  <a:lnTo>
                    <a:pt x="441765" y="773630"/>
                  </a:lnTo>
                  <a:lnTo>
                    <a:pt x="443396" y="780784"/>
                  </a:lnTo>
                  <a:lnTo>
                    <a:pt x="445026" y="787676"/>
                  </a:lnTo>
                  <a:lnTo>
                    <a:pt x="446656" y="794324"/>
                  </a:lnTo>
                  <a:lnTo>
                    <a:pt x="448286" y="800744"/>
                  </a:lnTo>
                  <a:lnTo>
                    <a:pt x="449916" y="806954"/>
                  </a:lnTo>
                  <a:lnTo>
                    <a:pt x="451546" y="812974"/>
                  </a:lnTo>
                  <a:lnTo>
                    <a:pt x="453176" y="818821"/>
                  </a:lnTo>
                  <a:lnTo>
                    <a:pt x="454806" y="824511"/>
                  </a:lnTo>
                  <a:lnTo>
                    <a:pt x="456437" y="830057"/>
                  </a:lnTo>
                  <a:lnTo>
                    <a:pt x="458067" y="835487"/>
                  </a:lnTo>
                  <a:lnTo>
                    <a:pt x="459697" y="840818"/>
                  </a:lnTo>
                  <a:lnTo>
                    <a:pt x="461327" y="846063"/>
                  </a:lnTo>
                  <a:lnTo>
                    <a:pt x="462957" y="851236"/>
                  </a:lnTo>
                  <a:lnTo>
                    <a:pt x="464587" y="856348"/>
                  </a:lnTo>
                  <a:lnTo>
                    <a:pt x="466217" y="861407"/>
                  </a:lnTo>
                  <a:lnTo>
                    <a:pt x="467848" y="866423"/>
                  </a:lnTo>
                  <a:lnTo>
                    <a:pt x="469478" y="871402"/>
                  </a:lnTo>
                  <a:lnTo>
                    <a:pt x="471108" y="876347"/>
                  </a:lnTo>
                  <a:lnTo>
                    <a:pt x="472738" y="881264"/>
                  </a:lnTo>
                  <a:lnTo>
                    <a:pt x="474368" y="886152"/>
                  </a:lnTo>
                  <a:lnTo>
                    <a:pt x="475998" y="891013"/>
                  </a:lnTo>
                  <a:lnTo>
                    <a:pt x="477628" y="895848"/>
                  </a:lnTo>
                  <a:lnTo>
                    <a:pt x="479258" y="900657"/>
                  </a:lnTo>
                  <a:lnTo>
                    <a:pt x="480889" y="905438"/>
                  </a:lnTo>
                  <a:lnTo>
                    <a:pt x="482519" y="910190"/>
                  </a:lnTo>
                  <a:lnTo>
                    <a:pt x="484149" y="914910"/>
                  </a:lnTo>
                  <a:lnTo>
                    <a:pt x="485779" y="919598"/>
                  </a:lnTo>
                  <a:lnTo>
                    <a:pt x="487409" y="924251"/>
                  </a:lnTo>
                  <a:lnTo>
                    <a:pt x="489039" y="928868"/>
                  </a:lnTo>
                  <a:lnTo>
                    <a:pt x="490669" y="933448"/>
                  </a:lnTo>
                  <a:lnTo>
                    <a:pt x="492300" y="937989"/>
                  </a:lnTo>
                  <a:lnTo>
                    <a:pt x="493930" y="942488"/>
                  </a:lnTo>
                  <a:lnTo>
                    <a:pt x="495560" y="946948"/>
                  </a:lnTo>
                  <a:lnTo>
                    <a:pt x="497190" y="951369"/>
                  </a:lnTo>
                  <a:lnTo>
                    <a:pt x="498820" y="955752"/>
                  </a:lnTo>
                  <a:lnTo>
                    <a:pt x="500450" y="960099"/>
                  </a:lnTo>
                  <a:lnTo>
                    <a:pt x="502080" y="964409"/>
                  </a:lnTo>
                  <a:lnTo>
                    <a:pt x="503710" y="968684"/>
                  </a:lnTo>
                  <a:lnTo>
                    <a:pt x="505341" y="972926"/>
                  </a:lnTo>
                  <a:lnTo>
                    <a:pt x="506971" y="977135"/>
                  </a:lnTo>
                  <a:lnTo>
                    <a:pt x="508601" y="981314"/>
                  </a:lnTo>
                  <a:lnTo>
                    <a:pt x="510231" y="985463"/>
                  </a:lnTo>
                  <a:lnTo>
                    <a:pt x="511861" y="989583"/>
                  </a:lnTo>
                  <a:lnTo>
                    <a:pt x="513491" y="993676"/>
                  </a:lnTo>
                  <a:lnTo>
                    <a:pt x="515121" y="997743"/>
                  </a:lnTo>
                  <a:lnTo>
                    <a:pt x="516752" y="1001787"/>
                  </a:lnTo>
                  <a:lnTo>
                    <a:pt x="518382" y="1005809"/>
                  </a:lnTo>
                  <a:lnTo>
                    <a:pt x="520012" y="1009809"/>
                  </a:lnTo>
                  <a:lnTo>
                    <a:pt x="521642" y="1013789"/>
                  </a:lnTo>
                  <a:lnTo>
                    <a:pt x="523272" y="1017750"/>
                  </a:lnTo>
                  <a:lnTo>
                    <a:pt x="524902" y="1021692"/>
                  </a:lnTo>
                  <a:lnTo>
                    <a:pt x="526532" y="1025617"/>
                  </a:lnTo>
                  <a:lnTo>
                    <a:pt x="528162" y="1029526"/>
                  </a:lnTo>
                  <a:lnTo>
                    <a:pt x="529793" y="1033417"/>
                  </a:lnTo>
                  <a:lnTo>
                    <a:pt x="531423" y="1037290"/>
                  </a:lnTo>
                  <a:lnTo>
                    <a:pt x="533053" y="1041146"/>
                  </a:lnTo>
                  <a:lnTo>
                    <a:pt x="534683" y="1044984"/>
                  </a:lnTo>
                  <a:lnTo>
                    <a:pt x="536313" y="1048803"/>
                  </a:lnTo>
                  <a:lnTo>
                    <a:pt x="537943" y="1052601"/>
                  </a:lnTo>
                  <a:lnTo>
                    <a:pt x="539573" y="1056375"/>
                  </a:lnTo>
                  <a:lnTo>
                    <a:pt x="541203" y="1060125"/>
                  </a:lnTo>
                  <a:lnTo>
                    <a:pt x="542834" y="1063846"/>
                  </a:lnTo>
                  <a:lnTo>
                    <a:pt x="544464" y="1067535"/>
                  </a:lnTo>
                  <a:lnTo>
                    <a:pt x="546094" y="1071190"/>
                  </a:lnTo>
                  <a:lnTo>
                    <a:pt x="547724" y="1074806"/>
                  </a:lnTo>
                  <a:lnTo>
                    <a:pt x="549354" y="1078378"/>
                  </a:lnTo>
                  <a:lnTo>
                    <a:pt x="550984" y="1081903"/>
                  </a:lnTo>
                  <a:lnTo>
                    <a:pt x="552614" y="1085379"/>
                  </a:lnTo>
                  <a:lnTo>
                    <a:pt x="554245" y="1088805"/>
                  </a:lnTo>
                  <a:lnTo>
                    <a:pt x="555875" y="1092178"/>
                  </a:lnTo>
                  <a:lnTo>
                    <a:pt x="557505" y="1095496"/>
                  </a:lnTo>
                  <a:lnTo>
                    <a:pt x="559135" y="1098758"/>
                  </a:lnTo>
                  <a:lnTo>
                    <a:pt x="560765" y="1101964"/>
                  </a:lnTo>
                  <a:lnTo>
                    <a:pt x="562395" y="1105112"/>
                  </a:lnTo>
                  <a:lnTo>
                    <a:pt x="564025" y="1108204"/>
                  </a:lnTo>
                  <a:lnTo>
                    <a:pt x="565655" y="1111239"/>
                  </a:lnTo>
                  <a:lnTo>
                    <a:pt x="567286" y="1114216"/>
                  </a:lnTo>
                  <a:lnTo>
                    <a:pt x="568916" y="1117133"/>
                  </a:lnTo>
                  <a:lnTo>
                    <a:pt x="570546" y="1119993"/>
                  </a:lnTo>
                  <a:lnTo>
                    <a:pt x="572176" y="1122798"/>
                  </a:lnTo>
                  <a:lnTo>
                    <a:pt x="573806" y="1125546"/>
                  </a:lnTo>
                  <a:lnTo>
                    <a:pt x="575436" y="1128238"/>
                  </a:lnTo>
                  <a:lnTo>
                    <a:pt x="577066" y="1130870"/>
                  </a:lnTo>
                  <a:lnTo>
                    <a:pt x="578697" y="1133443"/>
                  </a:lnTo>
                  <a:lnTo>
                    <a:pt x="580327" y="1135953"/>
                  </a:lnTo>
                  <a:lnTo>
                    <a:pt x="581957" y="1138398"/>
                  </a:lnTo>
                  <a:lnTo>
                    <a:pt x="583587" y="1140775"/>
                  </a:lnTo>
                  <a:lnTo>
                    <a:pt x="585217" y="1143081"/>
                  </a:lnTo>
                  <a:lnTo>
                    <a:pt x="586847" y="1145309"/>
                  </a:lnTo>
                  <a:lnTo>
                    <a:pt x="588477" y="1147455"/>
                  </a:lnTo>
                  <a:lnTo>
                    <a:pt x="590107" y="1149521"/>
                  </a:lnTo>
                  <a:lnTo>
                    <a:pt x="591738" y="1151504"/>
                  </a:lnTo>
                  <a:lnTo>
                    <a:pt x="593368" y="1153404"/>
                  </a:lnTo>
                  <a:lnTo>
                    <a:pt x="594998" y="1155219"/>
                  </a:lnTo>
                  <a:lnTo>
                    <a:pt x="596628" y="1156950"/>
                  </a:lnTo>
                  <a:lnTo>
                    <a:pt x="598258" y="1158598"/>
                  </a:lnTo>
                  <a:lnTo>
                    <a:pt x="599888" y="1160167"/>
                  </a:lnTo>
                  <a:lnTo>
                    <a:pt x="601518" y="1161658"/>
                  </a:lnTo>
                  <a:lnTo>
                    <a:pt x="603149" y="1163078"/>
                  </a:lnTo>
                  <a:lnTo>
                    <a:pt x="604779" y="1164431"/>
                  </a:lnTo>
                  <a:lnTo>
                    <a:pt x="606409" y="1165719"/>
                  </a:lnTo>
                  <a:lnTo>
                    <a:pt x="608039" y="1166957"/>
                  </a:lnTo>
                  <a:lnTo>
                    <a:pt x="609669" y="1168153"/>
                  </a:lnTo>
                  <a:lnTo>
                    <a:pt x="611299" y="1169313"/>
                  </a:lnTo>
                  <a:lnTo>
                    <a:pt x="612929" y="1170448"/>
                  </a:lnTo>
                  <a:lnTo>
                    <a:pt x="614559" y="1171565"/>
                  </a:lnTo>
                  <a:lnTo>
                    <a:pt x="616190" y="1172672"/>
                  </a:lnTo>
                  <a:lnTo>
                    <a:pt x="617820" y="1173775"/>
                  </a:lnTo>
                  <a:lnTo>
                    <a:pt x="619450" y="1174880"/>
                  </a:lnTo>
                  <a:lnTo>
                    <a:pt x="621080" y="1175994"/>
                  </a:lnTo>
                  <a:lnTo>
                    <a:pt x="622710" y="1177119"/>
                  </a:lnTo>
                  <a:lnTo>
                    <a:pt x="624340" y="1178259"/>
                  </a:lnTo>
                  <a:lnTo>
                    <a:pt x="625970" y="1179416"/>
                  </a:lnTo>
                  <a:lnTo>
                    <a:pt x="627601" y="1180587"/>
                  </a:lnTo>
                  <a:lnTo>
                    <a:pt x="629231" y="1181772"/>
                  </a:lnTo>
                  <a:lnTo>
                    <a:pt x="630861" y="1182967"/>
                  </a:lnTo>
                  <a:lnTo>
                    <a:pt x="632491" y="1184167"/>
                  </a:lnTo>
                  <a:lnTo>
                    <a:pt x="634121" y="1185370"/>
                  </a:lnTo>
                  <a:lnTo>
                    <a:pt x="635751" y="1186568"/>
                  </a:lnTo>
                  <a:lnTo>
                    <a:pt x="637381" y="1187756"/>
                  </a:lnTo>
                  <a:lnTo>
                    <a:pt x="639011" y="1188929"/>
                  </a:lnTo>
                  <a:lnTo>
                    <a:pt x="640642" y="1190081"/>
                  </a:lnTo>
                  <a:lnTo>
                    <a:pt x="642272" y="1191206"/>
                  </a:lnTo>
                  <a:lnTo>
                    <a:pt x="643902" y="1192297"/>
                  </a:lnTo>
                  <a:lnTo>
                    <a:pt x="645532" y="1193351"/>
                  </a:lnTo>
                  <a:lnTo>
                    <a:pt x="647162" y="1194368"/>
                  </a:lnTo>
                  <a:lnTo>
                    <a:pt x="648792" y="1195344"/>
                  </a:lnTo>
                  <a:lnTo>
                    <a:pt x="650422" y="1196280"/>
                  </a:lnTo>
                  <a:lnTo>
                    <a:pt x="652052" y="1197177"/>
                  </a:lnTo>
                  <a:lnTo>
                    <a:pt x="653683" y="1198035"/>
                  </a:lnTo>
                  <a:lnTo>
                    <a:pt x="655313" y="1198859"/>
                  </a:lnTo>
                  <a:lnTo>
                    <a:pt x="656943" y="1199650"/>
                  </a:lnTo>
                  <a:lnTo>
                    <a:pt x="658573" y="1200413"/>
                  </a:lnTo>
                  <a:lnTo>
                    <a:pt x="660203" y="1201153"/>
                  </a:lnTo>
                  <a:lnTo>
                    <a:pt x="661833" y="1201874"/>
                  </a:lnTo>
                  <a:lnTo>
                    <a:pt x="663463" y="1202581"/>
                  </a:lnTo>
                  <a:lnTo>
                    <a:pt x="665094" y="1203279"/>
                  </a:lnTo>
                  <a:lnTo>
                    <a:pt x="666724" y="1203974"/>
                  </a:lnTo>
                  <a:lnTo>
                    <a:pt x="668354" y="1204669"/>
                  </a:lnTo>
                  <a:lnTo>
                    <a:pt x="669984" y="1205366"/>
                  </a:lnTo>
                  <a:lnTo>
                    <a:pt x="671614" y="1206069"/>
                  </a:lnTo>
                  <a:lnTo>
                    <a:pt x="673244" y="1206779"/>
                  </a:lnTo>
                  <a:lnTo>
                    <a:pt x="674874" y="1207497"/>
                  </a:lnTo>
                  <a:lnTo>
                    <a:pt x="676504" y="1208223"/>
                  </a:lnTo>
                  <a:lnTo>
                    <a:pt x="678135" y="1208957"/>
                  </a:lnTo>
                  <a:lnTo>
                    <a:pt x="679765" y="1209699"/>
                  </a:lnTo>
                  <a:lnTo>
                    <a:pt x="681395" y="1210447"/>
                  </a:lnTo>
                  <a:lnTo>
                    <a:pt x="683025" y="1211200"/>
                  </a:lnTo>
                  <a:lnTo>
                    <a:pt x="684655" y="1211955"/>
                  </a:lnTo>
                  <a:lnTo>
                    <a:pt x="686285" y="1212711"/>
                  </a:lnTo>
                  <a:lnTo>
                    <a:pt x="687915" y="1213466"/>
                  </a:lnTo>
                  <a:lnTo>
                    <a:pt x="689546" y="1214219"/>
                  </a:lnTo>
                  <a:lnTo>
                    <a:pt x="691176" y="1214969"/>
                  </a:lnTo>
                  <a:lnTo>
                    <a:pt x="692806" y="1215714"/>
                  </a:lnTo>
                  <a:lnTo>
                    <a:pt x="694436" y="1216455"/>
                  </a:lnTo>
                  <a:lnTo>
                    <a:pt x="696066" y="1217191"/>
                  </a:lnTo>
                  <a:lnTo>
                    <a:pt x="697696" y="1217922"/>
                  </a:lnTo>
                  <a:lnTo>
                    <a:pt x="699326" y="1218648"/>
                  </a:lnTo>
                  <a:lnTo>
                    <a:pt x="700956" y="1219369"/>
                  </a:lnTo>
                  <a:lnTo>
                    <a:pt x="702587" y="1220087"/>
                  </a:lnTo>
                  <a:lnTo>
                    <a:pt x="704217" y="1220801"/>
                  </a:lnTo>
                  <a:lnTo>
                    <a:pt x="705847" y="1221513"/>
                  </a:lnTo>
                  <a:lnTo>
                    <a:pt x="707477" y="1222222"/>
                  </a:lnTo>
                  <a:lnTo>
                    <a:pt x="709107" y="1222928"/>
                  </a:lnTo>
                  <a:lnTo>
                    <a:pt x="710737" y="1223632"/>
                  </a:lnTo>
                  <a:lnTo>
                    <a:pt x="712367" y="1224332"/>
                  </a:lnTo>
                  <a:lnTo>
                    <a:pt x="713998" y="1225027"/>
                  </a:lnTo>
                  <a:lnTo>
                    <a:pt x="715628" y="1225717"/>
                  </a:lnTo>
                  <a:lnTo>
                    <a:pt x="717258" y="1226400"/>
                  </a:lnTo>
                  <a:lnTo>
                    <a:pt x="718888" y="1227072"/>
                  </a:lnTo>
                  <a:lnTo>
                    <a:pt x="720518" y="1227731"/>
                  </a:lnTo>
                  <a:lnTo>
                    <a:pt x="722148" y="1228375"/>
                  </a:lnTo>
                  <a:lnTo>
                    <a:pt x="723778" y="1229002"/>
                  </a:lnTo>
                  <a:lnTo>
                    <a:pt x="725408" y="1229607"/>
                  </a:lnTo>
                  <a:lnTo>
                    <a:pt x="727039" y="1230188"/>
                  </a:lnTo>
                  <a:lnTo>
                    <a:pt x="728669" y="1230741"/>
                  </a:lnTo>
                  <a:lnTo>
                    <a:pt x="730299" y="1231264"/>
                  </a:lnTo>
                  <a:lnTo>
                    <a:pt x="731929" y="1231753"/>
                  </a:lnTo>
                  <a:lnTo>
                    <a:pt x="733559" y="1232205"/>
                  </a:lnTo>
                  <a:lnTo>
                    <a:pt x="735189" y="1232619"/>
                  </a:lnTo>
                  <a:lnTo>
                    <a:pt x="736819" y="1232989"/>
                  </a:lnTo>
                  <a:lnTo>
                    <a:pt x="738450" y="1233314"/>
                  </a:lnTo>
                  <a:lnTo>
                    <a:pt x="740080" y="1233593"/>
                  </a:lnTo>
                  <a:lnTo>
                    <a:pt x="741710" y="1233828"/>
                  </a:lnTo>
                  <a:lnTo>
                    <a:pt x="743340" y="1234016"/>
                  </a:lnTo>
                  <a:lnTo>
                    <a:pt x="744970" y="1234158"/>
                  </a:lnTo>
                  <a:lnTo>
                    <a:pt x="746600" y="1234256"/>
                  </a:lnTo>
                  <a:lnTo>
                    <a:pt x="748230" y="1234309"/>
                  </a:lnTo>
                  <a:lnTo>
                    <a:pt x="749860" y="1234321"/>
                  </a:lnTo>
                  <a:lnTo>
                    <a:pt x="751491" y="1234294"/>
                  </a:lnTo>
                  <a:lnTo>
                    <a:pt x="753121" y="1234230"/>
                  </a:lnTo>
                  <a:lnTo>
                    <a:pt x="754751" y="1234132"/>
                  </a:lnTo>
                  <a:lnTo>
                    <a:pt x="756381" y="1234002"/>
                  </a:lnTo>
                  <a:lnTo>
                    <a:pt x="758011" y="1233848"/>
                  </a:lnTo>
                  <a:lnTo>
                    <a:pt x="759641" y="1233674"/>
                  </a:lnTo>
                  <a:lnTo>
                    <a:pt x="761271" y="1233484"/>
                  </a:lnTo>
                  <a:lnTo>
                    <a:pt x="762902" y="1233284"/>
                  </a:lnTo>
                  <a:lnTo>
                    <a:pt x="764532" y="1233077"/>
                  </a:lnTo>
                  <a:lnTo>
                    <a:pt x="766162" y="1232869"/>
                  </a:lnTo>
                  <a:lnTo>
                    <a:pt x="767792" y="1232663"/>
                  </a:lnTo>
                  <a:lnTo>
                    <a:pt x="769422" y="1232465"/>
                  </a:lnTo>
                  <a:lnTo>
                    <a:pt x="771052" y="1232278"/>
                  </a:lnTo>
                  <a:lnTo>
                    <a:pt x="772682" y="1232106"/>
                  </a:lnTo>
                  <a:lnTo>
                    <a:pt x="774312" y="1231953"/>
                  </a:lnTo>
                  <a:lnTo>
                    <a:pt x="775943" y="1231823"/>
                  </a:lnTo>
                  <a:lnTo>
                    <a:pt x="777573" y="1231719"/>
                  </a:lnTo>
                  <a:lnTo>
                    <a:pt x="779203" y="1231642"/>
                  </a:lnTo>
                  <a:lnTo>
                    <a:pt x="780833" y="1231595"/>
                  </a:lnTo>
                  <a:lnTo>
                    <a:pt x="782463" y="1231580"/>
                  </a:lnTo>
                  <a:lnTo>
                    <a:pt x="784093" y="1231599"/>
                  </a:lnTo>
                  <a:lnTo>
                    <a:pt x="785723" y="1231654"/>
                  </a:lnTo>
                  <a:lnTo>
                    <a:pt x="787353" y="1231745"/>
                  </a:lnTo>
                  <a:lnTo>
                    <a:pt x="788984" y="1231874"/>
                  </a:lnTo>
                  <a:lnTo>
                    <a:pt x="790614" y="1232042"/>
                  </a:lnTo>
                  <a:lnTo>
                    <a:pt x="792244" y="1232251"/>
                  </a:lnTo>
                  <a:lnTo>
                    <a:pt x="793874" y="1232504"/>
                  </a:lnTo>
                  <a:lnTo>
                    <a:pt x="795504" y="1232797"/>
                  </a:lnTo>
                  <a:lnTo>
                    <a:pt x="797134" y="1233130"/>
                  </a:lnTo>
                  <a:lnTo>
                    <a:pt x="798764" y="1233502"/>
                  </a:lnTo>
                  <a:lnTo>
                    <a:pt x="800395" y="1233912"/>
                  </a:lnTo>
                  <a:lnTo>
                    <a:pt x="802025" y="1234358"/>
                  </a:lnTo>
                  <a:lnTo>
                    <a:pt x="803655" y="1234836"/>
                  </a:lnTo>
                  <a:lnTo>
                    <a:pt x="805285" y="1235345"/>
                  </a:lnTo>
                  <a:lnTo>
                    <a:pt x="806915" y="1235881"/>
                  </a:lnTo>
                  <a:lnTo>
                    <a:pt x="808545" y="1236439"/>
                  </a:lnTo>
                  <a:lnTo>
                    <a:pt x="810175" y="1237016"/>
                  </a:lnTo>
                  <a:lnTo>
                    <a:pt x="811805" y="1237606"/>
                  </a:lnTo>
                  <a:lnTo>
                    <a:pt x="813436" y="1238203"/>
                  </a:lnTo>
                  <a:lnTo>
                    <a:pt x="815066" y="1238803"/>
                  </a:lnTo>
                  <a:lnTo>
                    <a:pt x="816696" y="1239398"/>
                  </a:lnTo>
                  <a:lnTo>
                    <a:pt x="818326" y="1239984"/>
                  </a:lnTo>
                  <a:lnTo>
                    <a:pt x="819956" y="1240556"/>
                  </a:lnTo>
                  <a:lnTo>
                    <a:pt x="821586" y="1241109"/>
                  </a:lnTo>
                  <a:lnTo>
                    <a:pt x="823216" y="1241639"/>
                  </a:lnTo>
                  <a:lnTo>
                    <a:pt x="824847" y="1242142"/>
                  </a:lnTo>
                  <a:lnTo>
                    <a:pt x="826477" y="1242615"/>
                  </a:lnTo>
                  <a:lnTo>
                    <a:pt x="828107" y="1243054"/>
                  </a:lnTo>
                  <a:lnTo>
                    <a:pt x="829737" y="1243459"/>
                  </a:lnTo>
                  <a:lnTo>
                    <a:pt x="831367" y="1243823"/>
                  </a:lnTo>
                  <a:lnTo>
                    <a:pt x="832997" y="1244150"/>
                  </a:lnTo>
                  <a:lnTo>
                    <a:pt x="834627" y="1244439"/>
                  </a:lnTo>
                  <a:lnTo>
                    <a:pt x="836257" y="1244692"/>
                  </a:lnTo>
                  <a:lnTo>
                    <a:pt x="837888" y="1244908"/>
                  </a:lnTo>
                  <a:lnTo>
                    <a:pt x="839518" y="1245090"/>
                  </a:lnTo>
                  <a:lnTo>
                    <a:pt x="841148" y="1245240"/>
                  </a:lnTo>
                  <a:lnTo>
                    <a:pt x="842778" y="1245359"/>
                  </a:lnTo>
                  <a:lnTo>
                    <a:pt x="844408" y="1245451"/>
                  </a:lnTo>
                  <a:lnTo>
                    <a:pt x="846038" y="1245517"/>
                  </a:lnTo>
                  <a:lnTo>
                    <a:pt x="847668" y="1245560"/>
                  </a:lnTo>
                  <a:lnTo>
                    <a:pt x="849299" y="1245584"/>
                  </a:lnTo>
                  <a:lnTo>
                    <a:pt x="850929" y="1245590"/>
                  </a:lnTo>
                  <a:lnTo>
                    <a:pt x="852559" y="1245583"/>
                  </a:lnTo>
                  <a:lnTo>
                    <a:pt x="854189" y="1245566"/>
                  </a:lnTo>
                  <a:lnTo>
                    <a:pt x="855819" y="1245541"/>
                  </a:lnTo>
                  <a:lnTo>
                    <a:pt x="857449" y="1245512"/>
                  </a:lnTo>
                  <a:lnTo>
                    <a:pt x="859079" y="1245481"/>
                  </a:lnTo>
                  <a:lnTo>
                    <a:pt x="860709" y="1245449"/>
                  </a:lnTo>
                  <a:lnTo>
                    <a:pt x="862340" y="1245420"/>
                  </a:lnTo>
                  <a:lnTo>
                    <a:pt x="863970" y="1245395"/>
                  </a:lnTo>
                  <a:lnTo>
                    <a:pt x="865600" y="1245376"/>
                  </a:lnTo>
                  <a:lnTo>
                    <a:pt x="867230" y="1245364"/>
                  </a:lnTo>
                  <a:lnTo>
                    <a:pt x="868860" y="1245362"/>
                  </a:lnTo>
                  <a:lnTo>
                    <a:pt x="870490" y="1245369"/>
                  </a:lnTo>
                  <a:lnTo>
                    <a:pt x="872120" y="1245387"/>
                  </a:lnTo>
                  <a:lnTo>
                    <a:pt x="873751" y="1245415"/>
                  </a:lnTo>
                  <a:lnTo>
                    <a:pt x="875381" y="1245454"/>
                  </a:lnTo>
                  <a:lnTo>
                    <a:pt x="877011" y="1245504"/>
                  </a:lnTo>
                  <a:lnTo>
                    <a:pt x="878641" y="1245565"/>
                  </a:lnTo>
                  <a:lnTo>
                    <a:pt x="880271" y="1245636"/>
                  </a:lnTo>
                  <a:lnTo>
                    <a:pt x="881901" y="1245717"/>
                  </a:lnTo>
                  <a:lnTo>
                    <a:pt x="883531" y="1245807"/>
                  </a:lnTo>
                  <a:lnTo>
                    <a:pt x="885161" y="1245906"/>
                  </a:lnTo>
                  <a:lnTo>
                    <a:pt x="886792" y="1246012"/>
                  </a:lnTo>
                  <a:lnTo>
                    <a:pt x="888422" y="1246125"/>
                  </a:lnTo>
                  <a:lnTo>
                    <a:pt x="890052" y="1246244"/>
                  </a:lnTo>
                  <a:lnTo>
                    <a:pt x="891682" y="1246367"/>
                  </a:lnTo>
                  <a:lnTo>
                    <a:pt x="893312" y="1246493"/>
                  </a:lnTo>
                  <a:lnTo>
                    <a:pt x="894942" y="1246622"/>
                  </a:lnTo>
                  <a:lnTo>
                    <a:pt x="896572" y="1246751"/>
                  </a:lnTo>
                  <a:lnTo>
                    <a:pt x="898203" y="1246881"/>
                  </a:lnTo>
                  <a:lnTo>
                    <a:pt x="899833" y="1247009"/>
                  </a:lnTo>
                  <a:lnTo>
                    <a:pt x="901463" y="1247136"/>
                  </a:lnTo>
                  <a:lnTo>
                    <a:pt x="903093" y="1247259"/>
                  </a:lnTo>
                  <a:lnTo>
                    <a:pt x="904723" y="1247378"/>
                  </a:lnTo>
                  <a:lnTo>
                    <a:pt x="906353" y="1247492"/>
                  </a:lnTo>
                  <a:lnTo>
                    <a:pt x="907983" y="1247601"/>
                  </a:lnTo>
                  <a:lnTo>
                    <a:pt x="909613" y="1247703"/>
                  </a:lnTo>
                  <a:lnTo>
                    <a:pt x="911244" y="1247800"/>
                  </a:lnTo>
                  <a:lnTo>
                    <a:pt x="912874" y="1247890"/>
                  </a:lnTo>
                  <a:lnTo>
                    <a:pt x="914504" y="1247973"/>
                  </a:lnTo>
                  <a:lnTo>
                    <a:pt x="916134" y="1248051"/>
                  </a:lnTo>
                  <a:lnTo>
                    <a:pt x="917764" y="1248123"/>
                  </a:lnTo>
                  <a:lnTo>
                    <a:pt x="919394" y="1248190"/>
                  </a:lnTo>
                  <a:lnTo>
                    <a:pt x="921024" y="1248254"/>
                  </a:lnTo>
                  <a:lnTo>
                    <a:pt x="922654" y="1248314"/>
                  </a:lnTo>
                  <a:lnTo>
                    <a:pt x="924285" y="1248372"/>
                  </a:lnTo>
                  <a:lnTo>
                    <a:pt x="925915" y="1248430"/>
                  </a:lnTo>
                  <a:lnTo>
                    <a:pt x="927545" y="1248488"/>
                  </a:lnTo>
                  <a:lnTo>
                    <a:pt x="929175" y="1248549"/>
                  </a:lnTo>
                  <a:lnTo>
                    <a:pt x="930805" y="1248612"/>
                  </a:lnTo>
                  <a:lnTo>
                    <a:pt x="932435" y="1248679"/>
                  </a:lnTo>
                  <a:lnTo>
                    <a:pt x="934065" y="1248751"/>
                  </a:lnTo>
                  <a:lnTo>
                    <a:pt x="935696" y="1248828"/>
                  </a:lnTo>
                  <a:lnTo>
                    <a:pt x="937326" y="1248911"/>
                  </a:lnTo>
                  <a:lnTo>
                    <a:pt x="938956" y="1249000"/>
                  </a:lnTo>
                  <a:lnTo>
                    <a:pt x="940586" y="1249095"/>
                  </a:lnTo>
                  <a:lnTo>
                    <a:pt x="942216" y="1249196"/>
                  </a:lnTo>
                  <a:lnTo>
                    <a:pt x="943846" y="1249303"/>
                  </a:lnTo>
                  <a:lnTo>
                    <a:pt x="945476" y="1249413"/>
                  </a:lnTo>
                  <a:lnTo>
                    <a:pt x="947106" y="1249527"/>
                  </a:lnTo>
                  <a:lnTo>
                    <a:pt x="948737" y="1249643"/>
                  </a:lnTo>
                  <a:lnTo>
                    <a:pt x="950367" y="1249760"/>
                  </a:lnTo>
                  <a:lnTo>
                    <a:pt x="951997" y="1249876"/>
                  </a:lnTo>
                  <a:lnTo>
                    <a:pt x="953627" y="1249991"/>
                  </a:lnTo>
                  <a:lnTo>
                    <a:pt x="955257" y="1250103"/>
                  </a:lnTo>
                  <a:lnTo>
                    <a:pt x="956887" y="1250211"/>
                  </a:lnTo>
                  <a:lnTo>
                    <a:pt x="958517" y="1250314"/>
                  </a:lnTo>
                  <a:lnTo>
                    <a:pt x="960148" y="1250412"/>
                  </a:lnTo>
                  <a:lnTo>
                    <a:pt x="961778" y="1250502"/>
                  </a:lnTo>
                  <a:lnTo>
                    <a:pt x="963408" y="1250585"/>
                  </a:lnTo>
                  <a:lnTo>
                    <a:pt x="965038" y="1250660"/>
                  </a:lnTo>
                  <a:lnTo>
                    <a:pt x="966668" y="1250728"/>
                  </a:lnTo>
                  <a:lnTo>
                    <a:pt x="968298" y="1250788"/>
                  </a:lnTo>
                  <a:lnTo>
                    <a:pt x="969928" y="1250842"/>
                  </a:lnTo>
                  <a:lnTo>
                    <a:pt x="971558" y="1250888"/>
                  </a:lnTo>
                  <a:lnTo>
                    <a:pt x="973189" y="1250929"/>
                  </a:lnTo>
                  <a:lnTo>
                    <a:pt x="974819" y="1250964"/>
                  </a:lnTo>
                  <a:lnTo>
                    <a:pt x="976449" y="1250995"/>
                  </a:lnTo>
                  <a:lnTo>
                    <a:pt x="978079" y="1251022"/>
                  </a:lnTo>
                  <a:lnTo>
                    <a:pt x="979709" y="1251046"/>
                  </a:lnTo>
                  <a:lnTo>
                    <a:pt x="981339" y="1251069"/>
                  </a:lnTo>
                  <a:lnTo>
                    <a:pt x="982969" y="1251090"/>
                  </a:lnTo>
                  <a:lnTo>
                    <a:pt x="984600" y="1251112"/>
                  </a:lnTo>
                  <a:lnTo>
                    <a:pt x="986230" y="1251134"/>
                  </a:lnTo>
                  <a:lnTo>
                    <a:pt x="987860" y="1251157"/>
                  </a:lnTo>
                  <a:lnTo>
                    <a:pt x="989490" y="1251182"/>
                  </a:lnTo>
                  <a:lnTo>
                    <a:pt x="991120" y="1251209"/>
                  </a:lnTo>
                  <a:lnTo>
                    <a:pt x="992750" y="1251239"/>
                  </a:lnTo>
                  <a:lnTo>
                    <a:pt x="994380" y="1251270"/>
                  </a:lnTo>
                  <a:lnTo>
                    <a:pt x="996010" y="1251304"/>
                  </a:lnTo>
                  <a:lnTo>
                    <a:pt x="997641" y="1251340"/>
                  </a:lnTo>
                  <a:lnTo>
                    <a:pt x="999271" y="1251378"/>
                  </a:lnTo>
                  <a:lnTo>
                    <a:pt x="1000901" y="1251418"/>
                  </a:lnTo>
                  <a:lnTo>
                    <a:pt x="1002531" y="1251460"/>
                  </a:lnTo>
                  <a:lnTo>
                    <a:pt x="1004161" y="1251502"/>
                  </a:lnTo>
                  <a:lnTo>
                    <a:pt x="1005791" y="1251545"/>
                  </a:lnTo>
                  <a:lnTo>
                    <a:pt x="1007421" y="1251589"/>
                  </a:lnTo>
                  <a:lnTo>
                    <a:pt x="1009052" y="1251633"/>
                  </a:lnTo>
                  <a:lnTo>
                    <a:pt x="1010682" y="1251677"/>
                  </a:lnTo>
                  <a:lnTo>
                    <a:pt x="1012312" y="1251720"/>
                  </a:lnTo>
                  <a:lnTo>
                    <a:pt x="1013942" y="1251764"/>
                  </a:lnTo>
                  <a:lnTo>
                    <a:pt x="1015572" y="1251807"/>
                  </a:lnTo>
                  <a:lnTo>
                    <a:pt x="1017202" y="1251850"/>
                  </a:lnTo>
                  <a:lnTo>
                    <a:pt x="1018832" y="1251893"/>
                  </a:lnTo>
                  <a:lnTo>
                    <a:pt x="1020462" y="1251937"/>
                  </a:lnTo>
                  <a:lnTo>
                    <a:pt x="1022093" y="1251981"/>
                  </a:lnTo>
                  <a:lnTo>
                    <a:pt x="1023723" y="1252026"/>
                  </a:lnTo>
                  <a:lnTo>
                    <a:pt x="1025353" y="1252073"/>
                  </a:lnTo>
                  <a:lnTo>
                    <a:pt x="1026983" y="1252122"/>
                  </a:lnTo>
                  <a:lnTo>
                    <a:pt x="1028613" y="1252173"/>
                  </a:lnTo>
                  <a:lnTo>
                    <a:pt x="1030243" y="1252226"/>
                  </a:lnTo>
                  <a:lnTo>
                    <a:pt x="1031873" y="1252282"/>
                  </a:lnTo>
                  <a:lnTo>
                    <a:pt x="1033504" y="1252341"/>
                  </a:lnTo>
                  <a:lnTo>
                    <a:pt x="1035134" y="1252404"/>
                  </a:lnTo>
                  <a:lnTo>
                    <a:pt x="1036764" y="1252469"/>
                  </a:lnTo>
                  <a:lnTo>
                    <a:pt x="1038394" y="1252538"/>
                  </a:lnTo>
                  <a:lnTo>
                    <a:pt x="1040024" y="1252611"/>
                  </a:lnTo>
                  <a:lnTo>
                    <a:pt x="1041654" y="1252685"/>
                  </a:lnTo>
                  <a:lnTo>
                    <a:pt x="1043284" y="1252762"/>
                  </a:lnTo>
                  <a:lnTo>
                    <a:pt x="1044914" y="1252841"/>
                  </a:lnTo>
                  <a:lnTo>
                    <a:pt x="1046545" y="1252921"/>
                  </a:lnTo>
                  <a:lnTo>
                    <a:pt x="1048175" y="1253001"/>
                  </a:lnTo>
                  <a:lnTo>
                    <a:pt x="1049805" y="1253082"/>
                  </a:lnTo>
                  <a:lnTo>
                    <a:pt x="1051435" y="1253161"/>
                  </a:lnTo>
                  <a:lnTo>
                    <a:pt x="1053065" y="1253239"/>
                  </a:lnTo>
                  <a:lnTo>
                    <a:pt x="1054695" y="1253314"/>
                  </a:lnTo>
                  <a:lnTo>
                    <a:pt x="1056325" y="1253386"/>
                  </a:lnTo>
                  <a:lnTo>
                    <a:pt x="1057955" y="1253455"/>
                  </a:lnTo>
                  <a:lnTo>
                    <a:pt x="1059586" y="1253519"/>
                  </a:lnTo>
                  <a:lnTo>
                    <a:pt x="1061216" y="1253578"/>
                  </a:lnTo>
                  <a:lnTo>
                    <a:pt x="1062846" y="1253632"/>
                  </a:lnTo>
                  <a:lnTo>
                    <a:pt x="1064476" y="1253680"/>
                  </a:lnTo>
                  <a:lnTo>
                    <a:pt x="1066106" y="1253723"/>
                  </a:lnTo>
                  <a:lnTo>
                    <a:pt x="1067736" y="1253760"/>
                  </a:lnTo>
                  <a:lnTo>
                    <a:pt x="1069366" y="1253791"/>
                  </a:lnTo>
                  <a:lnTo>
                    <a:pt x="1070997" y="1253817"/>
                  </a:lnTo>
                  <a:lnTo>
                    <a:pt x="1072627" y="1253837"/>
                  </a:lnTo>
                  <a:lnTo>
                    <a:pt x="1074257" y="1253852"/>
                  </a:lnTo>
                  <a:lnTo>
                    <a:pt x="1075887" y="1253863"/>
                  </a:lnTo>
                  <a:lnTo>
                    <a:pt x="1077517" y="1253869"/>
                  </a:lnTo>
                  <a:lnTo>
                    <a:pt x="1079147" y="1253873"/>
                  </a:lnTo>
                  <a:lnTo>
                    <a:pt x="1080777" y="1253873"/>
                  </a:lnTo>
                  <a:lnTo>
                    <a:pt x="1082407" y="1253871"/>
                  </a:lnTo>
                  <a:lnTo>
                    <a:pt x="1084038" y="1253867"/>
                  </a:lnTo>
                  <a:lnTo>
                    <a:pt x="1085668" y="1253861"/>
                  </a:lnTo>
                  <a:lnTo>
                    <a:pt x="1087298" y="1253855"/>
                  </a:lnTo>
                  <a:lnTo>
                    <a:pt x="1088928" y="1253848"/>
                  </a:lnTo>
                  <a:lnTo>
                    <a:pt x="1090558" y="1253841"/>
                  </a:lnTo>
                  <a:lnTo>
                    <a:pt x="1092188" y="1253834"/>
                  </a:lnTo>
                  <a:lnTo>
                    <a:pt x="1093818" y="1253827"/>
                  </a:lnTo>
                  <a:lnTo>
                    <a:pt x="1095449" y="1253821"/>
                  </a:lnTo>
                  <a:lnTo>
                    <a:pt x="1097079" y="1253816"/>
                  </a:lnTo>
                  <a:lnTo>
                    <a:pt x="1098709" y="1253812"/>
                  </a:lnTo>
                  <a:lnTo>
                    <a:pt x="1100339" y="1253808"/>
                  </a:lnTo>
                  <a:lnTo>
                    <a:pt x="1101969" y="1253806"/>
                  </a:lnTo>
                  <a:lnTo>
                    <a:pt x="1103599" y="1253805"/>
                  </a:lnTo>
                  <a:lnTo>
                    <a:pt x="1105229" y="1253805"/>
                  </a:lnTo>
                  <a:lnTo>
                    <a:pt x="1106859" y="1253806"/>
                  </a:lnTo>
                  <a:lnTo>
                    <a:pt x="1108490" y="1253809"/>
                  </a:lnTo>
                  <a:lnTo>
                    <a:pt x="1110120" y="1253812"/>
                  </a:lnTo>
                  <a:lnTo>
                    <a:pt x="1111750" y="1253818"/>
                  </a:lnTo>
                  <a:lnTo>
                    <a:pt x="1113380" y="1253825"/>
                  </a:lnTo>
                  <a:lnTo>
                    <a:pt x="1115010" y="1253834"/>
                  </a:lnTo>
                  <a:lnTo>
                    <a:pt x="1116640" y="1253844"/>
                  </a:lnTo>
                  <a:lnTo>
                    <a:pt x="1118270" y="1253856"/>
                  </a:lnTo>
                  <a:lnTo>
                    <a:pt x="1119901" y="1253871"/>
                  </a:lnTo>
                  <a:lnTo>
                    <a:pt x="1121531" y="1253887"/>
                  </a:lnTo>
                  <a:lnTo>
                    <a:pt x="1123161" y="1253905"/>
                  </a:lnTo>
                  <a:lnTo>
                    <a:pt x="1124791" y="1253926"/>
                  </a:lnTo>
                  <a:lnTo>
                    <a:pt x="1126421" y="1253948"/>
                  </a:lnTo>
                  <a:lnTo>
                    <a:pt x="1128051" y="1253972"/>
                  </a:lnTo>
                  <a:lnTo>
                    <a:pt x="1129681" y="1253997"/>
                  </a:lnTo>
                  <a:lnTo>
                    <a:pt x="1131311" y="1254024"/>
                  </a:lnTo>
                  <a:lnTo>
                    <a:pt x="1132942" y="1254052"/>
                  </a:lnTo>
                  <a:lnTo>
                    <a:pt x="1134572" y="1254080"/>
                  </a:lnTo>
                  <a:lnTo>
                    <a:pt x="1136202" y="1254109"/>
                  </a:lnTo>
                  <a:lnTo>
                    <a:pt x="1137832" y="1254137"/>
                  </a:lnTo>
                  <a:lnTo>
                    <a:pt x="1139462" y="1254165"/>
                  </a:lnTo>
                  <a:lnTo>
                    <a:pt x="1141092" y="1254191"/>
                  </a:lnTo>
                  <a:lnTo>
                    <a:pt x="1142722" y="1254216"/>
                  </a:lnTo>
                  <a:lnTo>
                    <a:pt x="1144353" y="1254239"/>
                  </a:lnTo>
                  <a:lnTo>
                    <a:pt x="1145983" y="1254260"/>
                  </a:lnTo>
                  <a:lnTo>
                    <a:pt x="1147613" y="1254277"/>
                  </a:lnTo>
                  <a:lnTo>
                    <a:pt x="1149243" y="1254291"/>
                  </a:lnTo>
                  <a:lnTo>
                    <a:pt x="1150873" y="1254302"/>
                  </a:lnTo>
                  <a:lnTo>
                    <a:pt x="1152503" y="1254309"/>
                  </a:lnTo>
                  <a:lnTo>
                    <a:pt x="1154133" y="1254312"/>
                  </a:lnTo>
                  <a:lnTo>
                    <a:pt x="1155763" y="1254312"/>
                  </a:lnTo>
                  <a:lnTo>
                    <a:pt x="1157394" y="1254308"/>
                  </a:lnTo>
                  <a:lnTo>
                    <a:pt x="1159024" y="1254300"/>
                  </a:lnTo>
                  <a:lnTo>
                    <a:pt x="1160654" y="1254289"/>
                  </a:lnTo>
                  <a:lnTo>
                    <a:pt x="1162284" y="1254275"/>
                  </a:lnTo>
                  <a:lnTo>
                    <a:pt x="1163914" y="1254259"/>
                  </a:lnTo>
                  <a:lnTo>
                    <a:pt x="1165544" y="1254240"/>
                  </a:lnTo>
                  <a:lnTo>
                    <a:pt x="1167174" y="1254219"/>
                  </a:lnTo>
                  <a:lnTo>
                    <a:pt x="1168804" y="1254196"/>
                  </a:lnTo>
                  <a:lnTo>
                    <a:pt x="1170435" y="1254173"/>
                  </a:lnTo>
                  <a:lnTo>
                    <a:pt x="1172065" y="1254149"/>
                  </a:lnTo>
                  <a:lnTo>
                    <a:pt x="1173695" y="1254126"/>
                  </a:lnTo>
                  <a:lnTo>
                    <a:pt x="1175325" y="1254104"/>
                  </a:lnTo>
                  <a:lnTo>
                    <a:pt x="1176955" y="1254082"/>
                  </a:lnTo>
                  <a:lnTo>
                    <a:pt x="1178585" y="1254062"/>
                  </a:lnTo>
                  <a:lnTo>
                    <a:pt x="1180215" y="1254044"/>
                  </a:lnTo>
                  <a:lnTo>
                    <a:pt x="1181846" y="1254028"/>
                  </a:lnTo>
                  <a:lnTo>
                    <a:pt x="1183476" y="1254014"/>
                  </a:lnTo>
                  <a:lnTo>
                    <a:pt x="1185106" y="1254003"/>
                  </a:lnTo>
                  <a:lnTo>
                    <a:pt x="1186736" y="1253994"/>
                  </a:lnTo>
                  <a:lnTo>
                    <a:pt x="1188366" y="1253988"/>
                  </a:lnTo>
                  <a:lnTo>
                    <a:pt x="1189996" y="1253983"/>
                  </a:lnTo>
                  <a:lnTo>
                    <a:pt x="1191626" y="1253981"/>
                  </a:lnTo>
                  <a:lnTo>
                    <a:pt x="1193256" y="1253980"/>
                  </a:lnTo>
                  <a:lnTo>
                    <a:pt x="1194887" y="1253981"/>
                  </a:lnTo>
                  <a:lnTo>
                    <a:pt x="1196517" y="1253982"/>
                  </a:lnTo>
                  <a:lnTo>
                    <a:pt x="1198147" y="1253984"/>
                  </a:lnTo>
                  <a:lnTo>
                    <a:pt x="1199777" y="1253986"/>
                  </a:lnTo>
                  <a:lnTo>
                    <a:pt x="1201407" y="1253989"/>
                  </a:lnTo>
                  <a:lnTo>
                    <a:pt x="1203037" y="1253991"/>
                  </a:lnTo>
                  <a:lnTo>
                    <a:pt x="1204667" y="1253992"/>
                  </a:lnTo>
                  <a:lnTo>
                    <a:pt x="1206298" y="1253992"/>
                  </a:lnTo>
                  <a:lnTo>
                    <a:pt x="1207928" y="1253992"/>
                  </a:lnTo>
                  <a:lnTo>
                    <a:pt x="1209558" y="1253991"/>
                  </a:lnTo>
                  <a:lnTo>
                    <a:pt x="1211188" y="1253989"/>
                  </a:lnTo>
                  <a:lnTo>
                    <a:pt x="1212818" y="1253987"/>
                  </a:lnTo>
                  <a:lnTo>
                    <a:pt x="1214448" y="1253984"/>
                  </a:lnTo>
                  <a:lnTo>
                    <a:pt x="1216078" y="1253981"/>
                  </a:lnTo>
                  <a:lnTo>
                    <a:pt x="1217708" y="1253978"/>
                  </a:lnTo>
                  <a:lnTo>
                    <a:pt x="1219339" y="1253975"/>
                  </a:lnTo>
                  <a:lnTo>
                    <a:pt x="1220969" y="1253973"/>
                  </a:lnTo>
                  <a:lnTo>
                    <a:pt x="1222599" y="1253973"/>
                  </a:lnTo>
                  <a:lnTo>
                    <a:pt x="1224229" y="1253973"/>
                  </a:lnTo>
                  <a:lnTo>
                    <a:pt x="1225859" y="1253975"/>
                  </a:lnTo>
                  <a:lnTo>
                    <a:pt x="1227489" y="1253979"/>
                  </a:lnTo>
                  <a:lnTo>
                    <a:pt x="1229119" y="1253984"/>
                  </a:lnTo>
                  <a:lnTo>
                    <a:pt x="1230750" y="1253991"/>
                  </a:lnTo>
                  <a:lnTo>
                    <a:pt x="1232380" y="1254000"/>
                  </a:lnTo>
                  <a:lnTo>
                    <a:pt x="1234010" y="1254011"/>
                  </a:lnTo>
                  <a:lnTo>
                    <a:pt x="1235640" y="1254022"/>
                  </a:lnTo>
                  <a:lnTo>
                    <a:pt x="1237270" y="1254035"/>
                  </a:lnTo>
                  <a:lnTo>
                    <a:pt x="1238900" y="1254048"/>
                  </a:lnTo>
                  <a:lnTo>
                    <a:pt x="1240530" y="1254061"/>
                  </a:lnTo>
                  <a:lnTo>
                    <a:pt x="1242160" y="1254074"/>
                  </a:lnTo>
                  <a:lnTo>
                    <a:pt x="1243791" y="1254086"/>
                  </a:lnTo>
                  <a:lnTo>
                    <a:pt x="1245421" y="1254097"/>
                  </a:lnTo>
                  <a:lnTo>
                    <a:pt x="1247051" y="1254106"/>
                  </a:lnTo>
                  <a:lnTo>
                    <a:pt x="1248681" y="1254112"/>
                  </a:lnTo>
                  <a:lnTo>
                    <a:pt x="1250311" y="1254116"/>
                  </a:lnTo>
                  <a:lnTo>
                    <a:pt x="1251941" y="1254118"/>
                  </a:lnTo>
                  <a:lnTo>
                    <a:pt x="1253571" y="1254116"/>
                  </a:lnTo>
                  <a:lnTo>
                    <a:pt x="1255202" y="1254111"/>
                  </a:lnTo>
                  <a:lnTo>
                    <a:pt x="1256832" y="1254103"/>
                  </a:lnTo>
                  <a:lnTo>
                    <a:pt x="1258462" y="1254091"/>
                  </a:lnTo>
                  <a:lnTo>
                    <a:pt x="1260092" y="1254076"/>
                  </a:lnTo>
                  <a:lnTo>
                    <a:pt x="1261722" y="1254058"/>
                  </a:lnTo>
                  <a:lnTo>
                    <a:pt x="1263352" y="1254037"/>
                  </a:lnTo>
                  <a:lnTo>
                    <a:pt x="1264982" y="1254014"/>
                  </a:lnTo>
                  <a:lnTo>
                    <a:pt x="1266612" y="1253989"/>
                  </a:lnTo>
                  <a:lnTo>
                    <a:pt x="1268243" y="1253962"/>
                  </a:lnTo>
                  <a:lnTo>
                    <a:pt x="1269873" y="1253935"/>
                  </a:lnTo>
                  <a:lnTo>
                    <a:pt x="1271503" y="1253906"/>
                  </a:lnTo>
                  <a:lnTo>
                    <a:pt x="1273133" y="1253878"/>
                  </a:lnTo>
                  <a:lnTo>
                    <a:pt x="1274763" y="1253850"/>
                  </a:lnTo>
                  <a:lnTo>
                    <a:pt x="1276393" y="1253822"/>
                  </a:lnTo>
                  <a:lnTo>
                    <a:pt x="1278023" y="1253796"/>
                  </a:lnTo>
                  <a:lnTo>
                    <a:pt x="1279654" y="1253772"/>
                  </a:lnTo>
                  <a:lnTo>
                    <a:pt x="1281284" y="1253750"/>
                  </a:lnTo>
                  <a:lnTo>
                    <a:pt x="1282914" y="1253730"/>
                  </a:lnTo>
                  <a:lnTo>
                    <a:pt x="1284544" y="1253713"/>
                  </a:lnTo>
                  <a:lnTo>
                    <a:pt x="1286174" y="1253700"/>
                  </a:lnTo>
                  <a:lnTo>
                    <a:pt x="1287804" y="1253689"/>
                  </a:lnTo>
                  <a:lnTo>
                    <a:pt x="1289434" y="1253682"/>
                  </a:lnTo>
                  <a:lnTo>
                    <a:pt x="1291064" y="1253678"/>
                  </a:lnTo>
                  <a:lnTo>
                    <a:pt x="1292695" y="1253678"/>
                  </a:lnTo>
                  <a:lnTo>
                    <a:pt x="1294325" y="1253682"/>
                  </a:lnTo>
                  <a:lnTo>
                    <a:pt x="1295955" y="1253689"/>
                  </a:lnTo>
                  <a:lnTo>
                    <a:pt x="1297585" y="1253700"/>
                  </a:lnTo>
                  <a:lnTo>
                    <a:pt x="1299215" y="1253715"/>
                  </a:lnTo>
                  <a:lnTo>
                    <a:pt x="1300845" y="1253733"/>
                  </a:lnTo>
                  <a:lnTo>
                    <a:pt x="1302475" y="1253755"/>
                  </a:lnTo>
                  <a:lnTo>
                    <a:pt x="1304105" y="1253780"/>
                  </a:lnTo>
                  <a:lnTo>
                    <a:pt x="1305736" y="1253808"/>
                  </a:lnTo>
                  <a:lnTo>
                    <a:pt x="1307366" y="1253839"/>
                  </a:lnTo>
                  <a:lnTo>
                    <a:pt x="1308996" y="1253872"/>
                  </a:lnTo>
                  <a:lnTo>
                    <a:pt x="1310626" y="1253908"/>
                  </a:lnTo>
                  <a:lnTo>
                    <a:pt x="1312256" y="1253945"/>
                  </a:lnTo>
                  <a:lnTo>
                    <a:pt x="1313886" y="1253984"/>
                  </a:lnTo>
                  <a:lnTo>
                    <a:pt x="1315516" y="1254024"/>
                  </a:lnTo>
                  <a:lnTo>
                    <a:pt x="1317147" y="1254065"/>
                  </a:lnTo>
                  <a:lnTo>
                    <a:pt x="1318777" y="1254106"/>
                  </a:lnTo>
                  <a:lnTo>
                    <a:pt x="1320407" y="1254148"/>
                  </a:lnTo>
                  <a:lnTo>
                    <a:pt x="1322037" y="1254189"/>
                  </a:lnTo>
                  <a:lnTo>
                    <a:pt x="1323667" y="1254229"/>
                  </a:lnTo>
                  <a:lnTo>
                    <a:pt x="1325297" y="1254268"/>
                  </a:lnTo>
                  <a:lnTo>
                    <a:pt x="1326927" y="1254306"/>
                  </a:lnTo>
                  <a:lnTo>
                    <a:pt x="1328557" y="1254343"/>
                  </a:lnTo>
                  <a:lnTo>
                    <a:pt x="1330188" y="1254377"/>
                  </a:lnTo>
                  <a:lnTo>
                    <a:pt x="1331818" y="1254410"/>
                  </a:lnTo>
                  <a:lnTo>
                    <a:pt x="1333448" y="1254440"/>
                  </a:lnTo>
                  <a:lnTo>
                    <a:pt x="1335078" y="1254469"/>
                  </a:lnTo>
                  <a:lnTo>
                    <a:pt x="1336708" y="1254495"/>
                  </a:lnTo>
                  <a:lnTo>
                    <a:pt x="1338338" y="1254519"/>
                  </a:lnTo>
                  <a:lnTo>
                    <a:pt x="1339968" y="1254540"/>
                  </a:lnTo>
                  <a:lnTo>
                    <a:pt x="1341599" y="1254560"/>
                  </a:lnTo>
                  <a:lnTo>
                    <a:pt x="1343229" y="1254577"/>
                  </a:lnTo>
                  <a:lnTo>
                    <a:pt x="1344859" y="1254592"/>
                  </a:lnTo>
                  <a:lnTo>
                    <a:pt x="1346489" y="1254606"/>
                  </a:lnTo>
                  <a:lnTo>
                    <a:pt x="1348119" y="1254618"/>
                  </a:lnTo>
                  <a:lnTo>
                    <a:pt x="1349749" y="1254628"/>
                  </a:lnTo>
                  <a:lnTo>
                    <a:pt x="1351379" y="1254637"/>
                  </a:lnTo>
                  <a:lnTo>
                    <a:pt x="1353009" y="1254644"/>
                  </a:lnTo>
                  <a:lnTo>
                    <a:pt x="1354640" y="1254650"/>
                  </a:lnTo>
                  <a:lnTo>
                    <a:pt x="1356270" y="1254656"/>
                  </a:lnTo>
                  <a:lnTo>
                    <a:pt x="1357900" y="1254660"/>
                  </a:lnTo>
                  <a:lnTo>
                    <a:pt x="1359530" y="1254664"/>
                  </a:lnTo>
                  <a:lnTo>
                    <a:pt x="1361160" y="1254667"/>
                  </a:lnTo>
                  <a:lnTo>
                    <a:pt x="1362790" y="1254669"/>
                  </a:lnTo>
                  <a:lnTo>
                    <a:pt x="1364420" y="1254671"/>
                  </a:lnTo>
                  <a:lnTo>
                    <a:pt x="1366051" y="1254673"/>
                  </a:lnTo>
                  <a:lnTo>
                    <a:pt x="1367681" y="1254674"/>
                  </a:lnTo>
                  <a:lnTo>
                    <a:pt x="1369311" y="1254675"/>
                  </a:lnTo>
                  <a:lnTo>
                    <a:pt x="1370941" y="1254676"/>
                  </a:lnTo>
                  <a:lnTo>
                    <a:pt x="1372571" y="1254676"/>
                  </a:lnTo>
                  <a:lnTo>
                    <a:pt x="1374201" y="1254677"/>
                  </a:lnTo>
                  <a:lnTo>
                    <a:pt x="1375831" y="1254677"/>
                  </a:lnTo>
                  <a:lnTo>
                    <a:pt x="1377461" y="1254678"/>
                  </a:lnTo>
                  <a:lnTo>
                    <a:pt x="1379092" y="1254678"/>
                  </a:lnTo>
                  <a:lnTo>
                    <a:pt x="1380722" y="1254678"/>
                  </a:lnTo>
                  <a:lnTo>
                    <a:pt x="1382352" y="1254678"/>
                  </a:lnTo>
                  <a:lnTo>
                    <a:pt x="1383982" y="1254678"/>
                  </a:lnTo>
                  <a:lnTo>
                    <a:pt x="1385612" y="1254678"/>
                  </a:lnTo>
                  <a:lnTo>
                    <a:pt x="1387242" y="1254678"/>
                  </a:lnTo>
                  <a:lnTo>
                    <a:pt x="1388872" y="1254678"/>
                  </a:lnTo>
                  <a:lnTo>
                    <a:pt x="1390503" y="1254678"/>
                  </a:lnTo>
                  <a:lnTo>
                    <a:pt x="1392133" y="1254678"/>
                  </a:lnTo>
                  <a:lnTo>
                    <a:pt x="1393763" y="1254678"/>
                  </a:lnTo>
                  <a:lnTo>
                    <a:pt x="1395393" y="1254678"/>
                  </a:lnTo>
                  <a:lnTo>
                    <a:pt x="1397023" y="1254678"/>
                  </a:lnTo>
                  <a:lnTo>
                    <a:pt x="1398653" y="1254678"/>
                  </a:lnTo>
                  <a:lnTo>
                    <a:pt x="1400283" y="1254678"/>
                  </a:lnTo>
                  <a:lnTo>
                    <a:pt x="1401913" y="1254678"/>
                  </a:lnTo>
                  <a:lnTo>
                    <a:pt x="1403544" y="1254678"/>
                  </a:lnTo>
                  <a:lnTo>
                    <a:pt x="1405174" y="1254678"/>
                  </a:lnTo>
                  <a:lnTo>
                    <a:pt x="1406804" y="1254678"/>
                  </a:lnTo>
                  <a:lnTo>
                    <a:pt x="1408434" y="1254678"/>
                  </a:lnTo>
                  <a:lnTo>
                    <a:pt x="1410064" y="1254678"/>
                  </a:lnTo>
                  <a:lnTo>
                    <a:pt x="1411694" y="1254678"/>
                  </a:lnTo>
                  <a:lnTo>
                    <a:pt x="1413324" y="1254678"/>
                  </a:lnTo>
                  <a:lnTo>
                    <a:pt x="1414955" y="1254678"/>
                  </a:lnTo>
                  <a:lnTo>
                    <a:pt x="1416585" y="1254678"/>
                  </a:lnTo>
                  <a:lnTo>
                    <a:pt x="1418215" y="1254678"/>
                  </a:lnTo>
                  <a:lnTo>
                    <a:pt x="1419845" y="1254678"/>
                  </a:lnTo>
                  <a:lnTo>
                    <a:pt x="1421475" y="1254678"/>
                  </a:lnTo>
                  <a:lnTo>
                    <a:pt x="1423105" y="1254678"/>
                  </a:lnTo>
                  <a:lnTo>
                    <a:pt x="1424735" y="1254678"/>
                  </a:lnTo>
                  <a:lnTo>
                    <a:pt x="1426365" y="1254678"/>
                  </a:lnTo>
                  <a:lnTo>
                    <a:pt x="1427996" y="1254678"/>
                  </a:lnTo>
                  <a:lnTo>
                    <a:pt x="1429626" y="1254678"/>
                  </a:lnTo>
                  <a:lnTo>
                    <a:pt x="1431256" y="1254678"/>
                  </a:lnTo>
                  <a:lnTo>
                    <a:pt x="1432886" y="1254678"/>
                  </a:lnTo>
                  <a:lnTo>
                    <a:pt x="1434516" y="1254678"/>
                  </a:lnTo>
                  <a:lnTo>
                    <a:pt x="1436146" y="1254678"/>
                  </a:lnTo>
                  <a:lnTo>
                    <a:pt x="1437776" y="1254678"/>
                  </a:lnTo>
                  <a:lnTo>
                    <a:pt x="1439406" y="1254678"/>
                  </a:lnTo>
                  <a:lnTo>
                    <a:pt x="1441037" y="1254678"/>
                  </a:lnTo>
                  <a:lnTo>
                    <a:pt x="1442667" y="1254678"/>
                  </a:lnTo>
                  <a:lnTo>
                    <a:pt x="1444297" y="1254678"/>
                  </a:lnTo>
                  <a:lnTo>
                    <a:pt x="1445927" y="1254678"/>
                  </a:lnTo>
                  <a:lnTo>
                    <a:pt x="1447557" y="1254678"/>
                  </a:lnTo>
                  <a:lnTo>
                    <a:pt x="1449187" y="1254678"/>
                  </a:lnTo>
                  <a:lnTo>
                    <a:pt x="1450817" y="1254678"/>
                  </a:lnTo>
                  <a:lnTo>
                    <a:pt x="1452448" y="1254678"/>
                  </a:lnTo>
                  <a:lnTo>
                    <a:pt x="1454078" y="1254678"/>
                  </a:lnTo>
                  <a:lnTo>
                    <a:pt x="1455708" y="1254678"/>
                  </a:lnTo>
                  <a:lnTo>
                    <a:pt x="1457338" y="1254678"/>
                  </a:lnTo>
                  <a:lnTo>
                    <a:pt x="1458968" y="1254678"/>
                  </a:lnTo>
                  <a:lnTo>
                    <a:pt x="1460598" y="1254678"/>
                  </a:lnTo>
                  <a:lnTo>
                    <a:pt x="1462228" y="1254678"/>
                  </a:lnTo>
                  <a:lnTo>
                    <a:pt x="1463858" y="1254678"/>
                  </a:lnTo>
                  <a:lnTo>
                    <a:pt x="1465489" y="1254678"/>
                  </a:lnTo>
                  <a:lnTo>
                    <a:pt x="1467119" y="1254678"/>
                  </a:lnTo>
                  <a:lnTo>
                    <a:pt x="1468749" y="1254678"/>
                  </a:lnTo>
                  <a:lnTo>
                    <a:pt x="1470379" y="1254678"/>
                  </a:lnTo>
                  <a:lnTo>
                    <a:pt x="1472009" y="1254678"/>
                  </a:lnTo>
                  <a:lnTo>
                    <a:pt x="1473639" y="1254678"/>
                  </a:lnTo>
                  <a:lnTo>
                    <a:pt x="1475269" y="1254678"/>
                  </a:lnTo>
                  <a:lnTo>
                    <a:pt x="1476900" y="1254677"/>
                  </a:lnTo>
                  <a:lnTo>
                    <a:pt x="1478530" y="1254677"/>
                  </a:lnTo>
                  <a:lnTo>
                    <a:pt x="1480160" y="1254676"/>
                  </a:lnTo>
                  <a:lnTo>
                    <a:pt x="1481790" y="1254676"/>
                  </a:lnTo>
                  <a:lnTo>
                    <a:pt x="1483420" y="1254675"/>
                  </a:lnTo>
                  <a:lnTo>
                    <a:pt x="1485050" y="1254674"/>
                  </a:lnTo>
                  <a:lnTo>
                    <a:pt x="1486680" y="1254673"/>
                  </a:lnTo>
                  <a:lnTo>
                    <a:pt x="1488310" y="1254671"/>
                  </a:lnTo>
                  <a:lnTo>
                    <a:pt x="1489941" y="1254670"/>
                  </a:lnTo>
                  <a:lnTo>
                    <a:pt x="1491571" y="1254667"/>
                  </a:lnTo>
                  <a:lnTo>
                    <a:pt x="1493201" y="1254664"/>
                  </a:lnTo>
                  <a:lnTo>
                    <a:pt x="1494831" y="1254661"/>
                  </a:lnTo>
                  <a:lnTo>
                    <a:pt x="1496461" y="1254657"/>
                  </a:lnTo>
                  <a:lnTo>
                    <a:pt x="1498091" y="1254651"/>
                  </a:lnTo>
                  <a:lnTo>
                    <a:pt x="1499721" y="1254645"/>
                  </a:lnTo>
                  <a:lnTo>
                    <a:pt x="1501352" y="1254638"/>
                  </a:lnTo>
                  <a:lnTo>
                    <a:pt x="1502982" y="1254630"/>
                  </a:lnTo>
                  <a:lnTo>
                    <a:pt x="1504612" y="1254621"/>
                  </a:lnTo>
                  <a:lnTo>
                    <a:pt x="1506242" y="1254610"/>
                  </a:lnTo>
                  <a:lnTo>
                    <a:pt x="1507872" y="1254597"/>
                  </a:lnTo>
                  <a:lnTo>
                    <a:pt x="1509502" y="1254583"/>
                  </a:lnTo>
                  <a:lnTo>
                    <a:pt x="1511132" y="1254567"/>
                  </a:lnTo>
                  <a:lnTo>
                    <a:pt x="1512762" y="1254549"/>
                  </a:lnTo>
                  <a:lnTo>
                    <a:pt x="1514393" y="1254529"/>
                  </a:lnTo>
                  <a:lnTo>
                    <a:pt x="1516023" y="1254507"/>
                  </a:lnTo>
                  <a:lnTo>
                    <a:pt x="1517653" y="1254484"/>
                  </a:lnTo>
                  <a:lnTo>
                    <a:pt x="1519283" y="1254459"/>
                  </a:lnTo>
                  <a:lnTo>
                    <a:pt x="1520913" y="1254433"/>
                  </a:lnTo>
                  <a:lnTo>
                    <a:pt x="1522543" y="1254405"/>
                  </a:lnTo>
                  <a:lnTo>
                    <a:pt x="1524173" y="1254376"/>
                  </a:lnTo>
                  <a:lnTo>
                    <a:pt x="1525804" y="1254346"/>
                  </a:lnTo>
                  <a:lnTo>
                    <a:pt x="1527434" y="1254315"/>
                  </a:lnTo>
                  <a:lnTo>
                    <a:pt x="1529064" y="1254285"/>
                  </a:lnTo>
                  <a:lnTo>
                    <a:pt x="1530694" y="1254255"/>
                  </a:lnTo>
                  <a:lnTo>
                    <a:pt x="1532324" y="1254225"/>
                  </a:lnTo>
                  <a:lnTo>
                    <a:pt x="1533954" y="1254197"/>
                  </a:lnTo>
                  <a:lnTo>
                    <a:pt x="1535584" y="1254170"/>
                  </a:lnTo>
                  <a:lnTo>
                    <a:pt x="1537214" y="1254146"/>
                  </a:lnTo>
                  <a:lnTo>
                    <a:pt x="1538845" y="1254124"/>
                  </a:lnTo>
                  <a:lnTo>
                    <a:pt x="1540475" y="1254105"/>
                  </a:lnTo>
                  <a:lnTo>
                    <a:pt x="1542105" y="1254089"/>
                  </a:lnTo>
                  <a:lnTo>
                    <a:pt x="1543735" y="1254077"/>
                  </a:lnTo>
                  <a:lnTo>
                    <a:pt x="1545365" y="1254069"/>
                  </a:lnTo>
                  <a:lnTo>
                    <a:pt x="1546995" y="1254065"/>
                  </a:lnTo>
                  <a:lnTo>
                    <a:pt x="1548625" y="1254065"/>
                  </a:lnTo>
                  <a:lnTo>
                    <a:pt x="1550256" y="1254069"/>
                  </a:lnTo>
                  <a:lnTo>
                    <a:pt x="1551886" y="1254077"/>
                  </a:lnTo>
                  <a:lnTo>
                    <a:pt x="1553516" y="1254089"/>
                  </a:lnTo>
                  <a:lnTo>
                    <a:pt x="1555146" y="1254105"/>
                  </a:lnTo>
                  <a:lnTo>
                    <a:pt x="1556776" y="1254124"/>
                  </a:lnTo>
                  <a:lnTo>
                    <a:pt x="1558406" y="1254146"/>
                  </a:lnTo>
                  <a:lnTo>
                    <a:pt x="1560036" y="1254170"/>
                  </a:lnTo>
                  <a:lnTo>
                    <a:pt x="1561666" y="1254197"/>
                  </a:lnTo>
                  <a:lnTo>
                    <a:pt x="1563297" y="1254225"/>
                  </a:lnTo>
                  <a:lnTo>
                    <a:pt x="1564927" y="1254255"/>
                  </a:lnTo>
                  <a:lnTo>
                    <a:pt x="1566557" y="1254285"/>
                  </a:lnTo>
                  <a:lnTo>
                    <a:pt x="1568187" y="1254316"/>
                  </a:lnTo>
                  <a:lnTo>
                    <a:pt x="1569817" y="1254346"/>
                  </a:lnTo>
                  <a:lnTo>
                    <a:pt x="1571447" y="1254376"/>
                  </a:lnTo>
                  <a:lnTo>
                    <a:pt x="1573077" y="1254405"/>
                  </a:lnTo>
                  <a:lnTo>
                    <a:pt x="1574707" y="1254433"/>
                  </a:lnTo>
                  <a:lnTo>
                    <a:pt x="1576338" y="1254459"/>
                  </a:lnTo>
                  <a:lnTo>
                    <a:pt x="1577968" y="1254484"/>
                  </a:lnTo>
                  <a:lnTo>
                    <a:pt x="1579598" y="1254508"/>
                  </a:lnTo>
                  <a:lnTo>
                    <a:pt x="1581228" y="1254529"/>
                  </a:lnTo>
                  <a:lnTo>
                    <a:pt x="1582858" y="1254549"/>
                  </a:lnTo>
                  <a:lnTo>
                    <a:pt x="1584488" y="1254567"/>
                  </a:lnTo>
                  <a:lnTo>
                    <a:pt x="1586118" y="1254583"/>
                  </a:lnTo>
                  <a:lnTo>
                    <a:pt x="1587749" y="1254597"/>
                  </a:lnTo>
                  <a:lnTo>
                    <a:pt x="1589379" y="1254609"/>
                  </a:lnTo>
                  <a:lnTo>
                    <a:pt x="1591009" y="1254621"/>
                  </a:lnTo>
                  <a:lnTo>
                    <a:pt x="1592639" y="1254630"/>
                  </a:lnTo>
                  <a:lnTo>
                    <a:pt x="1594269" y="1254638"/>
                  </a:lnTo>
                  <a:lnTo>
                    <a:pt x="1595899" y="1254646"/>
                  </a:lnTo>
                  <a:lnTo>
                    <a:pt x="1597529" y="1254652"/>
                  </a:lnTo>
                  <a:lnTo>
                    <a:pt x="1599159" y="1254657"/>
                  </a:lnTo>
                  <a:lnTo>
                    <a:pt x="1600790" y="1254661"/>
                  </a:lnTo>
                  <a:lnTo>
                    <a:pt x="1602420" y="1254664"/>
                  </a:lnTo>
                  <a:lnTo>
                    <a:pt x="1604050" y="1254667"/>
                  </a:lnTo>
                  <a:lnTo>
                    <a:pt x="1605680" y="1254670"/>
                  </a:lnTo>
                  <a:lnTo>
                    <a:pt x="1607310" y="1254671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50203" y="1175772"/>
              <a:ext cx="3212936" cy="731027"/>
            </a:xfrm>
            <a:custGeom>
              <a:avLst/>
              <a:pathLst>
                <a:path w="3212936" h="731027">
                  <a:moveTo>
                    <a:pt x="0" y="618322"/>
                  </a:moveTo>
                  <a:lnTo>
                    <a:pt x="5445" y="604192"/>
                  </a:lnTo>
                  <a:lnTo>
                    <a:pt x="10891" y="589179"/>
                  </a:lnTo>
                  <a:lnTo>
                    <a:pt x="16336" y="573332"/>
                  </a:lnTo>
                  <a:lnTo>
                    <a:pt x="21782" y="556709"/>
                  </a:lnTo>
                  <a:lnTo>
                    <a:pt x="27228" y="539379"/>
                  </a:lnTo>
                  <a:lnTo>
                    <a:pt x="32673" y="521422"/>
                  </a:lnTo>
                  <a:lnTo>
                    <a:pt x="38119" y="502925"/>
                  </a:lnTo>
                  <a:lnTo>
                    <a:pt x="43565" y="483984"/>
                  </a:lnTo>
                  <a:lnTo>
                    <a:pt x="49010" y="464684"/>
                  </a:lnTo>
                  <a:lnTo>
                    <a:pt x="54456" y="445167"/>
                  </a:lnTo>
                  <a:lnTo>
                    <a:pt x="59902" y="425544"/>
                  </a:lnTo>
                  <a:lnTo>
                    <a:pt x="65347" y="405925"/>
                  </a:lnTo>
                  <a:lnTo>
                    <a:pt x="70793" y="386422"/>
                  </a:lnTo>
                  <a:lnTo>
                    <a:pt x="76239" y="367143"/>
                  </a:lnTo>
                  <a:lnTo>
                    <a:pt x="81684" y="348193"/>
                  </a:lnTo>
                  <a:lnTo>
                    <a:pt x="87130" y="329672"/>
                  </a:lnTo>
                  <a:lnTo>
                    <a:pt x="92576" y="311674"/>
                  </a:lnTo>
                  <a:lnTo>
                    <a:pt x="98021" y="294285"/>
                  </a:lnTo>
                  <a:lnTo>
                    <a:pt x="103467" y="277583"/>
                  </a:lnTo>
                  <a:lnTo>
                    <a:pt x="108913" y="261637"/>
                  </a:lnTo>
                  <a:lnTo>
                    <a:pt x="114358" y="246504"/>
                  </a:lnTo>
                  <a:lnTo>
                    <a:pt x="119804" y="232230"/>
                  </a:lnTo>
                  <a:lnTo>
                    <a:pt x="125250" y="218892"/>
                  </a:lnTo>
                  <a:lnTo>
                    <a:pt x="130695" y="206496"/>
                  </a:lnTo>
                  <a:lnTo>
                    <a:pt x="136141" y="195017"/>
                  </a:lnTo>
                  <a:lnTo>
                    <a:pt x="141587" y="184440"/>
                  </a:lnTo>
                  <a:lnTo>
                    <a:pt x="147032" y="174737"/>
                  </a:lnTo>
                  <a:lnTo>
                    <a:pt x="152478" y="165864"/>
                  </a:lnTo>
                  <a:lnTo>
                    <a:pt x="157924" y="157764"/>
                  </a:lnTo>
                  <a:lnTo>
                    <a:pt x="163369" y="150361"/>
                  </a:lnTo>
                  <a:lnTo>
                    <a:pt x="168815" y="143570"/>
                  </a:lnTo>
                  <a:lnTo>
                    <a:pt x="174260" y="137290"/>
                  </a:lnTo>
                  <a:lnTo>
                    <a:pt x="179706" y="131413"/>
                  </a:lnTo>
                  <a:lnTo>
                    <a:pt x="185152" y="125822"/>
                  </a:lnTo>
                  <a:lnTo>
                    <a:pt x="190597" y="120399"/>
                  </a:lnTo>
                  <a:lnTo>
                    <a:pt x="196043" y="115025"/>
                  </a:lnTo>
                  <a:lnTo>
                    <a:pt x="201489" y="109584"/>
                  </a:lnTo>
                  <a:lnTo>
                    <a:pt x="206934" y="103956"/>
                  </a:lnTo>
                  <a:lnTo>
                    <a:pt x="212380" y="98063"/>
                  </a:lnTo>
                  <a:lnTo>
                    <a:pt x="217826" y="91845"/>
                  </a:lnTo>
                  <a:lnTo>
                    <a:pt x="223271" y="85267"/>
                  </a:lnTo>
                  <a:lnTo>
                    <a:pt x="228717" y="78323"/>
                  </a:lnTo>
                  <a:lnTo>
                    <a:pt x="234163" y="71038"/>
                  </a:lnTo>
                  <a:lnTo>
                    <a:pt x="239608" y="63466"/>
                  </a:lnTo>
                  <a:lnTo>
                    <a:pt x="245054" y="55693"/>
                  </a:lnTo>
                  <a:lnTo>
                    <a:pt x="250500" y="47833"/>
                  </a:lnTo>
                  <a:lnTo>
                    <a:pt x="255945" y="40023"/>
                  </a:lnTo>
                  <a:lnTo>
                    <a:pt x="261391" y="32421"/>
                  </a:lnTo>
                  <a:lnTo>
                    <a:pt x="266837" y="25199"/>
                  </a:lnTo>
                  <a:lnTo>
                    <a:pt x="272282" y="18535"/>
                  </a:lnTo>
                  <a:lnTo>
                    <a:pt x="277728" y="12609"/>
                  </a:lnTo>
                  <a:lnTo>
                    <a:pt x="283174" y="7669"/>
                  </a:lnTo>
                  <a:lnTo>
                    <a:pt x="288619" y="3839"/>
                  </a:lnTo>
                  <a:lnTo>
                    <a:pt x="294065" y="1245"/>
                  </a:lnTo>
                  <a:lnTo>
                    <a:pt x="299511" y="0"/>
                  </a:lnTo>
                  <a:lnTo>
                    <a:pt x="304956" y="188"/>
                  </a:lnTo>
                  <a:lnTo>
                    <a:pt x="310402" y="1870"/>
                  </a:lnTo>
                  <a:lnTo>
                    <a:pt x="315848" y="5073"/>
                  </a:lnTo>
                  <a:lnTo>
                    <a:pt x="321293" y="9799"/>
                  </a:lnTo>
                  <a:lnTo>
                    <a:pt x="326739" y="16022"/>
                  </a:lnTo>
                  <a:lnTo>
                    <a:pt x="332184" y="23693"/>
                  </a:lnTo>
                  <a:lnTo>
                    <a:pt x="337630" y="32744"/>
                  </a:lnTo>
                  <a:lnTo>
                    <a:pt x="343076" y="43086"/>
                  </a:lnTo>
                  <a:lnTo>
                    <a:pt x="348521" y="54619"/>
                  </a:lnTo>
                  <a:lnTo>
                    <a:pt x="353967" y="67232"/>
                  </a:lnTo>
                  <a:lnTo>
                    <a:pt x="359413" y="80838"/>
                  </a:lnTo>
                  <a:lnTo>
                    <a:pt x="364858" y="95304"/>
                  </a:lnTo>
                  <a:lnTo>
                    <a:pt x="370304" y="110466"/>
                  </a:lnTo>
                  <a:lnTo>
                    <a:pt x="375750" y="126201"/>
                  </a:lnTo>
                  <a:lnTo>
                    <a:pt x="381195" y="142391"/>
                  </a:lnTo>
                  <a:lnTo>
                    <a:pt x="386641" y="158920"/>
                  </a:lnTo>
                  <a:lnTo>
                    <a:pt x="392087" y="175680"/>
                  </a:lnTo>
                  <a:lnTo>
                    <a:pt x="397532" y="192566"/>
                  </a:lnTo>
                  <a:lnTo>
                    <a:pt x="402978" y="209482"/>
                  </a:lnTo>
                  <a:lnTo>
                    <a:pt x="408424" y="226338"/>
                  </a:lnTo>
                  <a:lnTo>
                    <a:pt x="413869" y="243050"/>
                  </a:lnTo>
                  <a:lnTo>
                    <a:pt x="419315" y="259545"/>
                  </a:lnTo>
                  <a:lnTo>
                    <a:pt x="424761" y="275757"/>
                  </a:lnTo>
                  <a:lnTo>
                    <a:pt x="430206" y="291627"/>
                  </a:lnTo>
                  <a:lnTo>
                    <a:pt x="435652" y="307105"/>
                  </a:lnTo>
                  <a:lnTo>
                    <a:pt x="441098" y="322119"/>
                  </a:lnTo>
                  <a:lnTo>
                    <a:pt x="446543" y="336669"/>
                  </a:lnTo>
                  <a:lnTo>
                    <a:pt x="451989" y="350734"/>
                  </a:lnTo>
                  <a:lnTo>
                    <a:pt x="457435" y="364304"/>
                  </a:lnTo>
                  <a:lnTo>
                    <a:pt x="462880" y="377372"/>
                  </a:lnTo>
                  <a:lnTo>
                    <a:pt x="468326" y="389940"/>
                  </a:lnTo>
                  <a:lnTo>
                    <a:pt x="473772" y="402015"/>
                  </a:lnTo>
                  <a:lnTo>
                    <a:pt x="479217" y="413607"/>
                  </a:lnTo>
                  <a:lnTo>
                    <a:pt x="484663" y="424733"/>
                  </a:lnTo>
                  <a:lnTo>
                    <a:pt x="490109" y="435408"/>
                  </a:lnTo>
                  <a:lnTo>
                    <a:pt x="495554" y="445653"/>
                  </a:lnTo>
                  <a:lnTo>
                    <a:pt x="501000" y="455485"/>
                  </a:lnTo>
                  <a:lnTo>
                    <a:pt x="506445" y="464925"/>
                  </a:lnTo>
                  <a:lnTo>
                    <a:pt x="511891" y="473990"/>
                  </a:lnTo>
                  <a:lnTo>
                    <a:pt x="517337" y="482680"/>
                  </a:lnTo>
                  <a:lnTo>
                    <a:pt x="522782" y="491023"/>
                  </a:lnTo>
                  <a:lnTo>
                    <a:pt x="528228" y="499041"/>
                  </a:lnTo>
                  <a:lnTo>
                    <a:pt x="533674" y="506745"/>
                  </a:lnTo>
                  <a:lnTo>
                    <a:pt x="539119" y="514145"/>
                  </a:lnTo>
                  <a:lnTo>
                    <a:pt x="544565" y="521249"/>
                  </a:lnTo>
                  <a:lnTo>
                    <a:pt x="550011" y="528064"/>
                  </a:lnTo>
                  <a:lnTo>
                    <a:pt x="555456" y="534594"/>
                  </a:lnTo>
                  <a:lnTo>
                    <a:pt x="560902" y="540844"/>
                  </a:lnTo>
                  <a:lnTo>
                    <a:pt x="566348" y="546817"/>
                  </a:lnTo>
                  <a:lnTo>
                    <a:pt x="571793" y="552517"/>
                  </a:lnTo>
                  <a:lnTo>
                    <a:pt x="577239" y="557946"/>
                  </a:lnTo>
                  <a:lnTo>
                    <a:pt x="582685" y="563107"/>
                  </a:lnTo>
                  <a:lnTo>
                    <a:pt x="588130" y="568003"/>
                  </a:lnTo>
                  <a:lnTo>
                    <a:pt x="593576" y="572632"/>
                  </a:lnTo>
                  <a:lnTo>
                    <a:pt x="599022" y="576991"/>
                  </a:lnTo>
                  <a:lnTo>
                    <a:pt x="604467" y="581099"/>
                  </a:lnTo>
                  <a:lnTo>
                    <a:pt x="609913" y="584965"/>
                  </a:lnTo>
                  <a:lnTo>
                    <a:pt x="615359" y="588594"/>
                  </a:lnTo>
                  <a:lnTo>
                    <a:pt x="620804" y="591994"/>
                  </a:lnTo>
                  <a:lnTo>
                    <a:pt x="626250" y="595176"/>
                  </a:lnTo>
                  <a:lnTo>
                    <a:pt x="631696" y="598149"/>
                  </a:lnTo>
                  <a:lnTo>
                    <a:pt x="637141" y="600924"/>
                  </a:lnTo>
                  <a:lnTo>
                    <a:pt x="642587" y="603510"/>
                  </a:lnTo>
                  <a:lnTo>
                    <a:pt x="648033" y="605920"/>
                  </a:lnTo>
                  <a:lnTo>
                    <a:pt x="653478" y="608164"/>
                  </a:lnTo>
                  <a:lnTo>
                    <a:pt x="658924" y="610254"/>
                  </a:lnTo>
                  <a:lnTo>
                    <a:pt x="664369" y="612199"/>
                  </a:lnTo>
                  <a:lnTo>
                    <a:pt x="669815" y="614010"/>
                  </a:lnTo>
                  <a:lnTo>
                    <a:pt x="675261" y="615686"/>
                  </a:lnTo>
                  <a:lnTo>
                    <a:pt x="680706" y="617247"/>
                  </a:lnTo>
                  <a:lnTo>
                    <a:pt x="686152" y="618698"/>
                  </a:lnTo>
                  <a:lnTo>
                    <a:pt x="691598" y="620047"/>
                  </a:lnTo>
                  <a:lnTo>
                    <a:pt x="697043" y="621299"/>
                  </a:lnTo>
                  <a:lnTo>
                    <a:pt x="702489" y="622459"/>
                  </a:lnTo>
                  <a:lnTo>
                    <a:pt x="707935" y="623531"/>
                  </a:lnTo>
                  <a:lnTo>
                    <a:pt x="713380" y="624518"/>
                  </a:lnTo>
                  <a:lnTo>
                    <a:pt x="718826" y="625425"/>
                  </a:lnTo>
                  <a:lnTo>
                    <a:pt x="724272" y="626256"/>
                  </a:lnTo>
                  <a:lnTo>
                    <a:pt x="729717" y="627014"/>
                  </a:lnTo>
                  <a:lnTo>
                    <a:pt x="735163" y="627704"/>
                  </a:lnTo>
                  <a:lnTo>
                    <a:pt x="740609" y="628330"/>
                  </a:lnTo>
                  <a:lnTo>
                    <a:pt x="746054" y="628898"/>
                  </a:lnTo>
                  <a:lnTo>
                    <a:pt x="751500" y="629411"/>
                  </a:lnTo>
                  <a:lnTo>
                    <a:pt x="756946" y="629877"/>
                  </a:lnTo>
                  <a:lnTo>
                    <a:pt x="762391" y="630303"/>
                  </a:lnTo>
                  <a:lnTo>
                    <a:pt x="767837" y="630696"/>
                  </a:lnTo>
                  <a:lnTo>
                    <a:pt x="773283" y="631063"/>
                  </a:lnTo>
                  <a:lnTo>
                    <a:pt x="778728" y="631409"/>
                  </a:lnTo>
                  <a:lnTo>
                    <a:pt x="784174" y="631739"/>
                  </a:lnTo>
                  <a:lnTo>
                    <a:pt x="789620" y="632059"/>
                  </a:lnTo>
                  <a:lnTo>
                    <a:pt x="795065" y="632372"/>
                  </a:lnTo>
                  <a:lnTo>
                    <a:pt x="800511" y="632683"/>
                  </a:lnTo>
                  <a:lnTo>
                    <a:pt x="805957" y="632994"/>
                  </a:lnTo>
                  <a:lnTo>
                    <a:pt x="811402" y="633307"/>
                  </a:lnTo>
                  <a:lnTo>
                    <a:pt x="816848" y="633624"/>
                  </a:lnTo>
                  <a:lnTo>
                    <a:pt x="822293" y="633945"/>
                  </a:lnTo>
                  <a:lnTo>
                    <a:pt x="827739" y="634270"/>
                  </a:lnTo>
                  <a:lnTo>
                    <a:pt x="833185" y="634600"/>
                  </a:lnTo>
                  <a:lnTo>
                    <a:pt x="838630" y="634933"/>
                  </a:lnTo>
                  <a:lnTo>
                    <a:pt x="844076" y="635269"/>
                  </a:lnTo>
                  <a:lnTo>
                    <a:pt x="849522" y="635606"/>
                  </a:lnTo>
                  <a:lnTo>
                    <a:pt x="854967" y="635942"/>
                  </a:lnTo>
                  <a:lnTo>
                    <a:pt x="860413" y="636275"/>
                  </a:lnTo>
                  <a:lnTo>
                    <a:pt x="865859" y="636604"/>
                  </a:lnTo>
                  <a:lnTo>
                    <a:pt x="871304" y="636925"/>
                  </a:lnTo>
                  <a:lnTo>
                    <a:pt x="876750" y="637234"/>
                  </a:lnTo>
                  <a:lnTo>
                    <a:pt x="882196" y="637529"/>
                  </a:lnTo>
                  <a:lnTo>
                    <a:pt x="887641" y="637806"/>
                  </a:lnTo>
                  <a:lnTo>
                    <a:pt x="893087" y="638059"/>
                  </a:lnTo>
                  <a:lnTo>
                    <a:pt x="898533" y="638286"/>
                  </a:lnTo>
                  <a:lnTo>
                    <a:pt x="903978" y="638480"/>
                  </a:lnTo>
                  <a:lnTo>
                    <a:pt x="909424" y="638636"/>
                  </a:lnTo>
                  <a:lnTo>
                    <a:pt x="914870" y="638751"/>
                  </a:lnTo>
                  <a:lnTo>
                    <a:pt x="920315" y="638821"/>
                  </a:lnTo>
                  <a:lnTo>
                    <a:pt x="925761" y="638846"/>
                  </a:lnTo>
                  <a:lnTo>
                    <a:pt x="931207" y="638824"/>
                  </a:lnTo>
                  <a:lnTo>
                    <a:pt x="936652" y="638756"/>
                  </a:lnTo>
                  <a:lnTo>
                    <a:pt x="942098" y="638644"/>
                  </a:lnTo>
                  <a:lnTo>
                    <a:pt x="947544" y="638490"/>
                  </a:lnTo>
                  <a:lnTo>
                    <a:pt x="952989" y="638302"/>
                  </a:lnTo>
                  <a:lnTo>
                    <a:pt x="958435" y="638085"/>
                  </a:lnTo>
                  <a:lnTo>
                    <a:pt x="963881" y="637848"/>
                  </a:lnTo>
                  <a:lnTo>
                    <a:pt x="969326" y="637600"/>
                  </a:lnTo>
                  <a:lnTo>
                    <a:pt x="974772" y="637352"/>
                  </a:lnTo>
                  <a:lnTo>
                    <a:pt x="980218" y="637114"/>
                  </a:lnTo>
                  <a:lnTo>
                    <a:pt x="985663" y="636899"/>
                  </a:lnTo>
                  <a:lnTo>
                    <a:pt x="991109" y="636720"/>
                  </a:lnTo>
                  <a:lnTo>
                    <a:pt x="996554" y="636586"/>
                  </a:lnTo>
                  <a:lnTo>
                    <a:pt x="1002000" y="636506"/>
                  </a:lnTo>
                  <a:lnTo>
                    <a:pt x="1007446" y="636488"/>
                  </a:lnTo>
                  <a:lnTo>
                    <a:pt x="1012891" y="636539"/>
                  </a:lnTo>
                  <a:lnTo>
                    <a:pt x="1018337" y="636663"/>
                  </a:lnTo>
                  <a:lnTo>
                    <a:pt x="1023783" y="636862"/>
                  </a:lnTo>
                  <a:lnTo>
                    <a:pt x="1029228" y="637137"/>
                  </a:lnTo>
                  <a:lnTo>
                    <a:pt x="1034674" y="637486"/>
                  </a:lnTo>
                  <a:lnTo>
                    <a:pt x="1040120" y="637906"/>
                  </a:lnTo>
                  <a:lnTo>
                    <a:pt x="1045565" y="638390"/>
                  </a:lnTo>
                  <a:lnTo>
                    <a:pt x="1051011" y="638931"/>
                  </a:lnTo>
                  <a:lnTo>
                    <a:pt x="1056457" y="639520"/>
                  </a:lnTo>
                  <a:lnTo>
                    <a:pt x="1061902" y="640146"/>
                  </a:lnTo>
                  <a:lnTo>
                    <a:pt x="1067348" y="640800"/>
                  </a:lnTo>
                  <a:lnTo>
                    <a:pt x="1072794" y="641465"/>
                  </a:lnTo>
                  <a:lnTo>
                    <a:pt x="1078239" y="642130"/>
                  </a:lnTo>
                  <a:lnTo>
                    <a:pt x="1083685" y="642784"/>
                  </a:lnTo>
                  <a:lnTo>
                    <a:pt x="1089131" y="643414"/>
                  </a:lnTo>
                  <a:lnTo>
                    <a:pt x="1094576" y="644011"/>
                  </a:lnTo>
                  <a:lnTo>
                    <a:pt x="1100022" y="644567"/>
                  </a:lnTo>
                  <a:lnTo>
                    <a:pt x="1105468" y="645075"/>
                  </a:lnTo>
                  <a:lnTo>
                    <a:pt x="1110913" y="645530"/>
                  </a:lnTo>
                  <a:lnTo>
                    <a:pt x="1116359" y="645928"/>
                  </a:lnTo>
                  <a:lnTo>
                    <a:pt x="1121805" y="646268"/>
                  </a:lnTo>
                  <a:lnTo>
                    <a:pt x="1127250" y="646553"/>
                  </a:lnTo>
                  <a:lnTo>
                    <a:pt x="1132696" y="646783"/>
                  </a:lnTo>
                  <a:lnTo>
                    <a:pt x="1138142" y="646964"/>
                  </a:lnTo>
                  <a:lnTo>
                    <a:pt x="1143587" y="647098"/>
                  </a:lnTo>
                  <a:lnTo>
                    <a:pt x="1149033" y="647196"/>
                  </a:lnTo>
                  <a:lnTo>
                    <a:pt x="1154478" y="647265"/>
                  </a:lnTo>
                  <a:lnTo>
                    <a:pt x="1159924" y="647313"/>
                  </a:lnTo>
                  <a:lnTo>
                    <a:pt x="1165370" y="647349"/>
                  </a:lnTo>
                  <a:lnTo>
                    <a:pt x="1170815" y="647381"/>
                  </a:lnTo>
                  <a:lnTo>
                    <a:pt x="1176261" y="647415"/>
                  </a:lnTo>
                  <a:lnTo>
                    <a:pt x="1181707" y="647460"/>
                  </a:lnTo>
                  <a:lnTo>
                    <a:pt x="1187152" y="647522"/>
                  </a:lnTo>
                  <a:lnTo>
                    <a:pt x="1192598" y="647607"/>
                  </a:lnTo>
                  <a:lnTo>
                    <a:pt x="1198044" y="647721"/>
                  </a:lnTo>
                  <a:lnTo>
                    <a:pt x="1203489" y="647870"/>
                  </a:lnTo>
                  <a:lnTo>
                    <a:pt x="1208935" y="648057"/>
                  </a:lnTo>
                  <a:lnTo>
                    <a:pt x="1214381" y="648287"/>
                  </a:lnTo>
                  <a:lnTo>
                    <a:pt x="1219826" y="648565"/>
                  </a:lnTo>
                  <a:lnTo>
                    <a:pt x="1225272" y="648895"/>
                  </a:lnTo>
                  <a:lnTo>
                    <a:pt x="1230718" y="649276"/>
                  </a:lnTo>
                  <a:lnTo>
                    <a:pt x="1236163" y="649710"/>
                  </a:lnTo>
                  <a:lnTo>
                    <a:pt x="1241609" y="650197"/>
                  </a:lnTo>
                  <a:lnTo>
                    <a:pt x="1247055" y="650736"/>
                  </a:lnTo>
                  <a:lnTo>
                    <a:pt x="1252500" y="651326"/>
                  </a:lnTo>
                  <a:lnTo>
                    <a:pt x="1257946" y="651965"/>
                  </a:lnTo>
                  <a:lnTo>
                    <a:pt x="1263392" y="652651"/>
                  </a:lnTo>
                  <a:lnTo>
                    <a:pt x="1268837" y="653378"/>
                  </a:lnTo>
                  <a:lnTo>
                    <a:pt x="1274283" y="654142"/>
                  </a:lnTo>
                  <a:lnTo>
                    <a:pt x="1279729" y="654939"/>
                  </a:lnTo>
                  <a:lnTo>
                    <a:pt x="1285174" y="655763"/>
                  </a:lnTo>
                  <a:lnTo>
                    <a:pt x="1290620" y="656607"/>
                  </a:lnTo>
                  <a:lnTo>
                    <a:pt x="1296066" y="657465"/>
                  </a:lnTo>
                  <a:lnTo>
                    <a:pt x="1301511" y="658330"/>
                  </a:lnTo>
                  <a:lnTo>
                    <a:pt x="1306957" y="659196"/>
                  </a:lnTo>
                  <a:lnTo>
                    <a:pt x="1312403" y="660055"/>
                  </a:lnTo>
                  <a:lnTo>
                    <a:pt x="1317848" y="660902"/>
                  </a:lnTo>
                  <a:lnTo>
                    <a:pt x="1323294" y="661731"/>
                  </a:lnTo>
                  <a:lnTo>
                    <a:pt x="1328739" y="662536"/>
                  </a:lnTo>
                  <a:lnTo>
                    <a:pt x="1334185" y="663315"/>
                  </a:lnTo>
                  <a:lnTo>
                    <a:pt x="1339631" y="664061"/>
                  </a:lnTo>
                  <a:lnTo>
                    <a:pt x="1345076" y="664774"/>
                  </a:lnTo>
                  <a:lnTo>
                    <a:pt x="1350522" y="665449"/>
                  </a:lnTo>
                  <a:lnTo>
                    <a:pt x="1355968" y="666085"/>
                  </a:lnTo>
                  <a:lnTo>
                    <a:pt x="1361413" y="666681"/>
                  </a:lnTo>
                  <a:lnTo>
                    <a:pt x="1366859" y="667238"/>
                  </a:lnTo>
                  <a:lnTo>
                    <a:pt x="1372305" y="667756"/>
                  </a:lnTo>
                  <a:lnTo>
                    <a:pt x="1377750" y="668235"/>
                  </a:lnTo>
                  <a:lnTo>
                    <a:pt x="1383196" y="668677"/>
                  </a:lnTo>
                  <a:lnTo>
                    <a:pt x="1388642" y="669088"/>
                  </a:lnTo>
                  <a:lnTo>
                    <a:pt x="1394087" y="669471"/>
                  </a:lnTo>
                  <a:lnTo>
                    <a:pt x="1399533" y="669831"/>
                  </a:lnTo>
                  <a:lnTo>
                    <a:pt x="1404979" y="670170"/>
                  </a:lnTo>
                  <a:lnTo>
                    <a:pt x="1410424" y="670495"/>
                  </a:lnTo>
                  <a:lnTo>
                    <a:pt x="1415870" y="670810"/>
                  </a:lnTo>
                  <a:lnTo>
                    <a:pt x="1421316" y="671119"/>
                  </a:lnTo>
                  <a:lnTo>
                    <a:pt x="1426761" y="671428"/>
                  </a:lnTo>
                  <a:lnTo>
                    <a:pt x="1432207" y="671742"/>
                  </a:lnTo>
                  <a:lnTo>
                    <a:pt x="1437653" y="672063"/>
                  </a:lnTo>
                  <a:lnTo>
                    <a:pt x="1443098" y="672397"/>
                  </a:lnTo>
                  <a:lnTo>
                    <a:pt x="1448544" y="672746"/>
                  </a:lnTo>
                  <a:lnTo>
                    <a:pt x="1453990" y="673112"/>
                  </a:lnTo>
                  <a:lnTo>
                    <a:pt x="1459435" y="673499"/>
                  </a:lnTo>
                  <a:lnTo>
                    <a:pt x="1464881" y="673905"/>
                  </a:lnTo>
                  <a:lnTo>
                    <a:pt x="1470327" y="674328"/>
                  </a:lnTo>
                  <a:lnTo>
                    <a:pt x="1475772" y="674768"/>
                  </a:lnTo>
                  <a:lnTo>
                    <a:pt x="1481218" y="675221"/>
                  </a:lnTo>
                  <a:lnTo>
                    <a:pt x="1486663" y="675682"/>
                  </a:lnTo>
                  <a:lnTo>
                    <a:pt x="1492109" y="676145"/>
                  </a:lnTo>
                  <a:lnTo>
                    <a:pt x="1497555" y="676605"/>
                  </a:lnTo>
                  <a:lnTo>
                    <a:pt x="1503000" y="677055"/>
                  </a:lnTo>
                  <a:lnTo>
                    <a:pt x="1508446" y="677485"/>
                  </a:lnTo>
                  <a:lnTo>
                    <a:pt x="1513892" y="677890"/>
                  </a:lnTo>
                  <a:lnTo>
                    <a:pt x="1519337" y="678260"/>
                  </a:lnTo>
                  <a:lnTo>
                    <a:pt x="1524783" y="678589"/>
                  </a:lnTo>
                  <a:lnTo>
                    <a:pt x="1530229" y="678871"/>
                  </a:lnTo>
                  <a:lnTo>
                    <a:pt x="1535674" y="679097"/>
                  </a:lnTo>
                  <a:lnTo>
                    <a:pt x="1541120" y="679266"/>
                  </a:lnTo>
                  <a:lnTo>
                    <a:pt x="1546566" y="679377"/>
                  </a:lnTo>
                  <a:lnTo>
                    <a:pt x="1552011" y="679431"/>
                  </a:lnTo>
                  <a:lnTo>
                    <a:pt x="1557457" y="679432"/>
                  </a:lnTo>
                  <a:lnTo>
                    <a:pt x="1562903" y="679383"/>
                  </a:lnTo>
                  <a:lnTo>
                    <a:pt x="1568348" y="679292"/>
                  </a:lnTo>
                  <a:lnTo>
                    <a:pt x="1573794" y="679167"/>
                  </a:lnTo>
                  <a:lnTo>
                    <a:pt x="1579240" y="679019"/>
                  </a:lnTo>
                  <a:lnTo>
                    <a:pt x="1584685" y="678859"/>
                  </a:lnTo>
                  <a:lnTo>
                    <a:pt x="1590131" y="678698"/>
                  </a:lnTo>
                  <a:lnTo>
                    <a:pt x="1595577" y="678549"/>
                  </a:lnTo>
                  <a:lnTo>
                    <a:pt x="1601022" y="678425"/>
                  </a:lnTo>
                  <a:lnTo>
                    <a:pt x="1606468" y="678337"/>
                  </a:lnTo>
                  <a:lnTo>
                    <a:pt x="1611914" y="678298"/>
                  </a:lnTo>
                  <a:lnTo>
                    <a:pt x="1617359" y="678319"/>
                  </a:lnTo>
                  <a:lnTo>
                    <a:pt x="1622805" y="678407"/>
                  </a:lnTo>
                  <a:lnTo>
                    <a:pt x="1628251" y="678565"/>
                  </a:lnTo>
                  <a:lnTo>
                    <a:pt x="1633696" y="678798"/>
                  </a:lnTo>
                  <a:lnTo>
                    <a:pt x="1639142" y="679107"/>
                  </a:lnTo>
                  <a:lnTo>
                    <a:pt x="1644587" y="679491"/>
                  </a:lnTo>
                  <a:lnTo>
                    <a:pt x="1650033" y="679947"/>
                  </a:lnTo>
                  <a:lnTo>
                    <a:pt x="1655479" y="680469"/>
                  </a:lnTo>
                  <a:lnTo>
                    <a:pt x="1660924" y="681050"/>
                  </a:lnTo>
                  <a:lnTo>
                    <a:pt x="1666370" y="681682"/>
                  </a:lnTo>
                  <a:lnTo>
                    <a:pt x="1671816" y="682356"/>
                  </a:lnTo>
                  <a:lnTo>
                    <a:pt x="1677261" y="683060"/>
                  </a:lnTo>
                  <a:lnTo>
                    <a:pt x="1682707" y="683784"/>
                  </a:lnTo>
                  <a:lnTo>
                    <a:pt x="1688153" y="684517"/>
                  </a:lnTo>
                  <a:lnTo>
                    <a:pt x="1693598" y="685246"/>
                  </a:lnTo>
                  <a:lnTo>
                    <a:pt x="1699044" y="685962"/>
                  </a:lnTo>
                  <a:lnTo>
                    <a:pt x="1704490" y="686655"/>
                  </a:lnTo>
                  <a:lnTo>
                    <a:pt x="1709935" y="687318"/>
                  </a:lnTo>
                  <a:lnTo>
                    <a:pt x="1715381" y="687945"/>
                  </a:lnTo>
                  <a:lnTo>
                    <a:pt x="1720827" y="688531"/>
                  </a:lnTo>
                  <a:lnTo>
                    <a:pt x="1726272" y="689074"/>
                  </a:lnTo>
                  <a:lnTo>
                    <a:pt x="1731718" y="689573"/>
                  </a:lnTo>
                  <a:lnTo>
                    <a:pt x="1737164" y="690028"/>
                  </a:lnTo>
                  <a:lnTo>
                    <a:pt x="1742609" y="690442"/>
                  </a:lnTo>
                  <a:lnTo>
                    <a:pt x="1748055" y="690818"/>
                  </a:lnTo>
                  <a:lnTo>
                    <a:pt x="1753501" y="691160"/>
                  </a:lnTo>
                  <a:lnTo>
                    <a:pt x="1758946" y="691473"/>
                  </a:lnTo>
                  <a:lnTo>
                    <a:pt x="1764392" y="691764"/>
                  </a:lnTo>
                  <a:lnTo>
                    <a:pt x="1769838" y="692039"/>
                  </a:lnTo>
                  <a:lnTo>
                    <a:pt x="1775283" y="692304"/>
                  </a:lnTo>
                  <a:lnTo>
                    <a:pt x="1780729" y="692565"/>
                  </a:lnTo>
                  <a:lnTo>
                    <a:pt x="1786175" y="692828"/>
                  </a:lnTo>
                  <a:lnTo>
                    <a:pt x="1791620" y="693096"/>
                  </a:lnTo>
                  <a:lnTo>
                    <a:pt x="1797066" y="693374"/>
                  </a:lnTo>
                  <a:lnTo>
                    <a:pt x="1802512" y="693663"/>
                  </a:lnTo>
                  <a:lnTo>
                    <a:pt x="1807957" y="693964"/>
                  </a:lnTo>
                  <a:lnTo>
                    <a:pt x="1813403" y="694277"/>
                  </a:lnTo>
                  <a:lnTo>
                    <a:pt x="1818848" y="694602"/>
                  </a:lnTo>
                  <a:lnTo>
                    <a:pt x="1824294" y="694937"/>
                  </a:lnTo>
                  <a:lnTo>
                    <a:pt x="1829740" y="695278"/>
                  </a:lnTo>
                  <a:lnTo>
                    <a:pt x="1835185" y="695624"/>
                  </a:lnTo>
                  <a:lnTo>
                    <a:pt x="1840631" y="695970"/>
                  </a:lnTo>
                  <a:lnTo>
                    <a:pt x="1846077" y="696313"/>
                  </a:lnTo>
                  <a:lnTo>
                    <a:pt x="1851522" y="696649"/>
                  </a:lnTo>
                  <a:lnTo>
                    <a:pt x="1856968" y="696974"/>
                  </a:lnTo>
                  <a:lnTo>
                    <a:pt x="1862414" y="697287"/>
                  </a:lnTo>
                  <a:lnTo>
                    <a:pt x="1867859" y="697584"/>
                  </a:lnTo>
                  <a:lnTo>
                    <a:pt x="1873305" y="697864"/>
                  </a:lnTo>
                  <a:lnTo>
                    <a:pt x="1878751" y="698125"/>
                  </a:lnTo>
                  <a:lnTo>
                    <a:pt x="1884196" y="698369"/>
                  </a:lnTo>
                  <a:lnTo>
                    <a:pt x="1889642" y="698594"/>
                  </a:lnTo>
                  <a:lnTo>
                    <a:pt x="1895088" y="698803"/>
                  </a:lnTo>
                  <a:lnTo>
                    <a:pt x="1900533" y="698996"/>
                  </a:lnTo>
                  <a:lnTo>
                    <a:pt x="1905979" y="699175"/>
                  </a:lnTo>
                  <a:lnTo>
                    <a:pt x="1911425" y="699344"/>
                  </a:lnTo>
                  <a:lnTo>
                    <a:pt x="1916870" y="699504"/>
                  </a:lnTo>
                  <a:lnTo>
                    <a:pt x="1922316" y="699661"/>
                  </a:lnTo>
                  <a:lnTo>
                    <a:pt x="1927762" y="699816"/>
                  </a:lnTo>
                  <a:lnTo>
                    <a:pt x="1933207" y="699973"/>
                  </a:lnTo>
                  <a:lnTo>
                    <a:pt x="1938653" y="700137"/>
                  </a:lnTo>
                  <a:lnTo>
                    <a:pt x="1944099" y="700310"/>
                  </a:lnTo>
                  <a:lnTo>
                    <a:pt x="1949544" y="700496"/>
                  </a:lnTo>
                  <a:lnTo>
                    <a:pt x="1954990" y="700696"/>
                  </a:lnTo>
                  <a:lnTo>
                    <a:pt x="1960436" y="700914"/>
                  </a:lnTo>
                  <a:lnTo>
                    <a:pt x="1965881" y="701150"/>
                  </a:lnTo>
                  <a:lnTo>
                    <a:pt x="1971327" y="701407"/>
                  </a:lnTo>
                  <a:lnTo>
                    <a:pt x="1976772" y="701684"/>
                  </a:lnTo>
                  <a:lnTo>
                    <a:pt x="1982218" y="701982"/>
                  </a:lnTo>
                  <a:lnTo>
                    <a:pt x="1987664" y="702300"/>
                  </a:lnTo>
                  <a:lnTo>
                    <a:pt x="1993109" y="702637"/>
                  </a:lnTo>
                  <a:lnTo>
                    <a:pt x="1998555" y="702991"/>
                  </a:lnTo>
                  <a:lnTo>
                    <a:pt x="2004001" y="703359"/>
                  </a:lnTo>
                  <a:lnTo>
                    <a:pt x="2009446" y="703740"/>
                  </a:lnTo>
                  <a:lnTo>
                    <a:pt x="2014892" y="704127"/>
                  </a:lnTo>
                  <a:lnTo>
                    <a:pt x="2020338" y="704518"/>
                  </a:lnTo>
                  <a:lnTo>
                    <a:pt x="2025783" y="704908"/>
                  </a:lnTo>
                  <a:lnTo>
                    <a:pt x="2031229" y="705293"/>
                  </a:lnTo>
                  <a:lnTo>
                    <a:pt x="2036675" y="705670"/>
                  </a:lnTo>
                  <a:lnTo>
                    <a:pt x="2042120" y="706033"/>
                  </a:lnTo>
                  <a:lnTo>
                    <a:pt x="2047566" y="706380"/>
                  </a:lnTo>
                  <a:lnTo>
                    <a:pt x="2053012" y="706708"/>
                  </a:lnTo>
                  <a:lnTo>
                    <a:pt x="2058457" y="707014"/>
                  </a:lnTo>
                  <a:lnTo>
                    <a:pt x="2063903" y="707296"/>
                  </a:lnTo>
                  <a:lnTo>
                    <a:pt x="2069349" y="707554"/>
                  </a:lnTo>
                  <a:lnTo>
                    <a:pt x="2074794" y="707786"/>
                  </a:lnTo>
                  <a:lnTo>
                    <a:pt x="2080240" y="707993"/>
                  </a:lnTo>
                  <a:lnTo>
                    <a:pt x="2085686" y="708174"/>
                  </a:lnTo>
                  <a:lnTo>
                    <a:pt x="2091131" y="708335"/>
                  </a:lnTo>
                  <a:lnTo>
                    <a:pt x="2096577" y="708477"/>
                  </a:lnTo>
                  <a:lnTo>
                    <a:pt x="2102023" y="708603"/>
                  </a:lnTo>
                  <a:lnTo>
                    <a:pt x="2107468" y="708718"/>
                  </a:lnTo>
                  <a:lnTo>
                    <a:pt x="2112914" y="708825"/>
                  </a:lnTo>
                  <a:lnTo>
                    <a:pt x="2118360" y="708929"/>
                  </a:lnTo>
                  <a:lnTo>
                    <a:pt x="2123805" y="709033"/>
                  </a:lnTo>
                  <a:lnTo>
                    <a:pt x="2129251" y="709143"/>
                  </a:lnTo>
                  <a:lnTo>
                    <a:pt x="2134696" y="709261"/>
                  </a:lnTo>
                  <a:lnTo>
                    <a:pt x="2140142" y="709391"/>
                  </a:lnTo>
                  <a:lnTo>
                    <a:pt x="2145588" y="709538"/>
                  </a:lnTo>
                  <a:lnTo>
                    <a:pt x="2151033" y="709703"/>
                  </a:lnTo>
                  <a:lnTo>
                    <a:pt x="2156479" y="709889"/>
                  </a:lnTo>
                  <a:lnTo>
                    <a:pt x="2161925" y="710099"/>
                  </a:lnTo>
                  <a:lnTo>
                    <a:pt x="2167370" y="710332"/>
                  </a:lnTo>
                  <a:lnTo>
                    <a:pt x="2172816" y="710589"/>
                  </a:lnTo>
                  <a:lnTo>
                    <a:pt x="2178262" y="710868"/>
                  </a:lnTo>
                  <a:lnTo>
                    <a:pt x="2183707" y="711169"/>
                  </a:lnTo>
                  <a:lnTo>
                    <a:pt x="2189153" y="711488"/>
                  </a:lnTo>
                  <a:lnTo>
                    <a:pt x="2194599" y="711824"/>
                  </a:lnTo>
                  <a:lnTo>
                    <a:pt x="2200044" y="712174"/>
                  </a:lnTo>
                  <a:lnTo>
                    <a:pt x="2205490" y="712533"/>
                  </a:lnTo>
                  <a:lnTo>
                    <a:pt x="2210936" y="712899"/>
                  </a:lnTo>
                  <a:lnTo>
                    <a:pt x="2216381" y="713267"/>
                  </a:lnTo>
                  <a:lnTo>
                    <a:pt x="2221827" y="713633"/>
                  </a:lnTo>
                  <a:lnTo>
                    <a:pt x="2227273" y="713994"/>
                  </a:lnTo>
                  <a:lnTo>
                    <a:pt x="2232718" y="714347"/>
                  </a:lnTo>
                  <a:lnTo>
                    <a:pt x="2238164" y="714686"/>
                  </a:lnTo>
                  <a:lnTo>
                    <a:pt x="2243610" y="715011"/>
                  </a:lnTo>
                  <a:lnTo>
                    <a:pt x="2249055" y="715318"/>
                  </a:lnTo>
                  <a:lnTo>
                    <a:pt x="2254501" y="715606"/>
                  </a:lnTo>
                  <a:lnTo>
                    <a:pt x="2259947" y="715876"/>
                  </a:lnTo>
                  <a:lnTo>
                    <a:pt x="2265392" y="716127"/>
                  </a:lnTo>
                  <a:lnTo>
                    <a:pt x="2270838" y="716359"/>
                  </a:lnTo>
                  <a:lnTo>
                    <a:pt x="2276284" y="716574"/>
                  </a:lnTo>
                  <a:lnTo>
                    <a:pt x="2281729" y="716772"/>
                  </a:lnTo>
                  <a:lnTo>
                    <a:pt x="2287175" y="716957"/>
                  </a:lnTo>
                  <a:lnTo>
                    <a:pt x="2292621" y="717129"/>
                  </a:lnTo>
                  <a:lnTo>
                    <a:pt x="2298066" y="717293"/>
                  </a:lnTo>
                  <a:lnTo>
                    <a:pt x="2303512" y="717448"/>
                  </a:lnTo>
                  <a:lnTo>
                    <a:pt x="2308957" y="717599"/>
                  </a:lnTo>
                  <a:lnTo>
                    <a:pt x="2314403" y="717747"/>
                  </a:lnTo>
                  <a:lnTo>
                    <a:pt x="2319849" y="717894"/>
                  </a:lnTo>
                  <a:lnTo>
                    <a:pt x="2325294" y="718042"/>
                  </a:lnTo>
                  <a:lnTo>
                    <a:pt x="2330740" y="718192"/>
                  </a:lnTo>
                  <a:lnTo>
                    <a:pt x="2336186" y="718344"/>
                  </a:lnTo>
                  <a:lnTo>
                    <a:pt x="2341631" y="718500"/>
                  </a:lnTo>
                  <a:lnTo>
                    <a:pt x="2347077" y="718658"/>
                  </a:lnTo>
                  <a:lnTo>
                    <a:pt x="2352523" y="718820"/>
                  </a:lnTo>
                  <a:lnTo>
                    <a:pt x="2357968" y="718983"/>
                  </a:lnTo>
                  <a:lnTo>
                    <a:pt x="2363414" y="719149"/>
                  </a:lnTo>
                  <a:lnTo>
                    <a:pt x="2368860" y="719315"/>
                  </a:lnTo>
                  <a:lnTo>
                    <a:pt x="2374305" y="719481"/>
                  </a:lnTo>
                  <a:lnTo>
                    <a:pt x="2379751" y="719647"/>
                  </a:lnTo>
                  <a:lnTo>
                    <a:pt x="2385197" y="719810"/>
                  </a:lnTo>
                  <a:lnTo>
                    <a:pt x="2390642" y="719971"/>
                  </a:lnTo>
                  <a:lnTo>
                    <a:pt x="2396088" y="720129"/>
                  </a:lnTo>
                  <a:lnTo>
                    <a:pt x="2401534" y="720282"/>
                  </a:lnTo>
                  <a:lnTo>
                    <a:pt x="2406979" y="720431"/>
                  </a:lnTo>
                  <a:lnTo>
                    <a:pt x="2412425" y="720576"/>
                  </a:lnTo>
                  <a:lnTo>
                    <a:pt x="2417871" y="720717"/>
                  </a:lnTo>
                  <a:lnTo>
                    <a:pt x="2423316" y="720853"/>
                  </a:lnTo>
                  <a:lnTo>
                    <a:pt x="2428762" y="720986"/>
                  </a:lnTo>
                  <a:lnTo>
                    <a:pt x="2434208" y="721114"/>
                  </a:lnTo>
                  <a:lnTo>
                    <a:pt x="2439653" y="721239"/>
                  </a:lnTo>
                  <a:lnTo>
                    <a:pt x="2445099" y="721362"/>
                  </a:lnTo>
                  <a:lnTo>
                    <a:pt x="2450545" y="721482"/>
                  </a:lnTo>
                  <a:lnTo>
                    <a:pt x="2455990" y="721599"/>
                  </a:lnTo>
                  <a:lnTo>
                    <a:pt x="2461436" y="721715"/>
                  </a:lnTo>
                  <a:lnTo>
                    <a:pt x="2466881" y="721829"/>
                  </a:lnTo>
                  <a:lnTo>
                    <a:pt x="2472327" y="721941"/>
                  </a:lnTo>
                  <a:lnTo>
                    <a:pt x="2477773" y="722051"/>
                  </a:lnTo>
                  <a:lnTo>
                    <a:pt x="2483218" y="722159"/>
                  </a:lnTo>
                  <a:lnTo>
                    <a:pt x="2488664" y="722265"/>
                  </a:lnTo>
                  <a:lnTo>
                    <a:pt x="2494110" y="722368"/>
                  </a:lnTo>
                  <a:lnTo>
                    <a:pt x="2499555" y="722468"/>
                  </a:lnTo>
                  <a:lnTo>
                    <a:pt x="2505001" y="722564"/>
                  </a:lnTo>
                  <a:lnTo>
                    <a:pt x="2510447" y="722656"/>
                  </a:lnTo>
                  <a:lnTo>
                    <a:pt x="2515892" y="722742"/>
                  </a:lnTo>
                  <a:lnTo>
                    <a:pt x="2521338" y="722823"/>
                  </a:lnTo>
                  <a:lnTo>
                    <a:pt x="2526784" y="722897"/>
                  </a:lnTo>
                  <a:lnTo>
                    <a:pt x="2532229" y="722964"/>
                  </a:lnTo>
                  <a:lnTo>
                    <a:pt x="2537675" y="723024"/>
                  </a:lnTo>
                  <a:lnTo>
                    <a:pt x="2543121" y="723075"/>
                  </a:lnTo>
                  <a:lnTo>
                    <a:pt x="2548566" y="723119"/>
                  </a:lnTo>
                  <a:lnTo>
                    <a:pt x="2554012" y="723155"/>
                  </a:lnTo>
                  <a:lnTo>
                    <a:pt x="2559458" y="723184"/>
                  </a:lnTo>
                  <a:lnTo>
                    <a:pt x="2564903" y="723206"/>
                  </a:lnTo>
                  <a:lnTo>
                    <a:pt x="2570349" y="723224"/>
                  </a:lnTo>
                  <a:lnTo>
                    <a:pt x="2575795" y="723239"/>
                  </a:lnTo>
                  <a:lnTo>
                    <a:pt x="2581240" y="723252"/>
                  </a:lnTo>
                  <a:lnTo>
                    <a:pt x="2586686" y="723265"/>
                  </a:lnTo>
                  <a:lnTo>
                    <a:pt x="2592132" y="723282"/>
                  </a:lnTo>
                  <a:lnTo>
                    <a:pt x="2597577" y="723303"/>
                  </a:lnTo>
                  <a:lnTo>
                    <a:pt x="2603023" y="723331"/>
                  </a:lnTo>
                  <a:lnTo>
                    <a:pt x="2608469" y="723368"/>
                  </a:lnTo>
                  <a:lnTo>
                    <a:pt x="2613914" y="723416"/>
                  </a:lnTo>
                  <a:lnTo>
                    <a:pt x="2619360" y="723476"/>
                  </a:lnTo>
                  <a:lnTo>
                    <a:pt x="2624806" y="723549"/>
                  </a:lnTo>
                  <a:lnTo>
                    <a:pt x="2630251" y="723636"/>
                  </a:lnTo>
                  <a:lnTo>
                    <a:pt x="2635697" y="723737"/>
                  </a:lnTo>
                  <a:lnTo>
                    <a:pt x="2641142" y="723850"/>
                  </a:lnTo>
                  <a:lnTo>
                    <a:pt x="2646588" y="723976"/>
                  </a:lnTo>
                  <a:lnTo>
                    <a:pt x="2652034" y="724113"/>
                  </a:lnTo>
                  <a:lnTo>
                    <a:pt x="2657479" y="724259"/>
                  </a:lnTo>
                  <a:lnTo>
                    <a:pt x="2662925" y="724412"/>
                  </a:lnTo>
                  <a:lnTo>
                    <a:pt x="2668371" y="724572"/>
                  </a:lnTo>
                  <a:lnTo>
                    <a:pt x="2673816" y="724736"/>
                  </a:lnTo>
                  <a:lnTo>
                    <a:pt x="2679262" y="724902"/>
                  </a:lnTo>
                  <a:lnTo>
                    <a:pt x="2684708" y="725070"/>
                  </a:lnTo>
                  <a:lnTo>
                    <a:pt x="2690153" y="725238"/>
                  </a:lnTo>
                  <a:lnTo>
                    <a:pt x="2695599" y="725405"/>
                  </a:lnTo>
                  <a:lnTo>
                    <a:pt x="2701045" y="725569"/>
                  </a:lnTo>
                  <a:lnTo>
                    <a:pt x="2706490" y="725731"/>
                  </a:lnTo>
                  <a:lnTo>
                    <a:pt x="2711936" y="725889"/>
                  </a:lnTo>
                  <a:lnTo>
                    <a:pt x="2717382" y="726043"/>
                  </a:lnTo>
                  <a:lnTo>
                    <a:pt x="2722827" y="726191"/>
                  </a:lnTo>
                  <a:lnTo>
                    <a:pt x="2728273" y="726333"/>
                  </a:lnTo>
                  <a:lnTo>
                    <a:pt x="2733719" y="726469"/>
                  </a:lnTo>
                  <a:lnTo>
                    <a:pt x="2739164" y="726595"/>
                  </a:lnTo>
                  <a:lnTo>
                    <a:pt x="2744610" y="726712"/>
                  </a:lnTo>
                  <a:lnTo>
                    <a:pt x="2750056" y="726818"/>
                  </a:lnTo>
                  <a:lnTo>
                    <a:pt x="2755501" y="726912"/>
                  </a:lnTo>
                  <a:lnTo>
                    <a:pt x="2760947" y="726991"/>
                  </a:lnTo>
                  <a:lnTo>
                    <a:pt x="2766393" y="727056"/>
                  </a:lnTo>
                  <a:lnTo>
                    <a:pt x="2771838" y="727105"/>
                  </a:lnTo>
                  <a:lnTo>
                    <a:pt x="2777284" y="727139"/>
                  </a:lnTo>
                  <a:lnTo>
                    <a:pt x="2782730" y="727156"/>
                  </a:lnTo>
                  <a:lnTo>
                    <a:pt x="2788175" y="727156"/>
                  </a:lnTo>
                  <a:lnTo>
                    <a:pt x="2793621" y="727143"/>
                  </a:lnTo>
                  <a:lnTo>
                    <a:pt x="2799066" y="727118"/>
                  </a:lnTo>
                  <a:lnTo>
                    <a:pt x="2804512" y="727083"/>
                  </a:lnTo>
                  <a:lnTo>
                    <a:pt x="2809958" y="727042"/>
                  </a:lnTo>
                  <a:lnTo>
                    <a:pt x="2815403" y="726998"/>
                  </a:lnTo>
                  <a:lnTo>
                    <a:pt x="2820849" y="726954"/>
                  </a:lnTo>
                  <a:lnTo>
                    <a:pt x="2826295" y="726913"/>
                  </a:lnTo>
                  <a:lnTo>
                    <a:pt x="2831740" y="726878"/>
                  </a:lnTo>
                  <a:lnTo>
                    <a:pt x="2837186" y="726853"/>
                  </a:lnTo>
                  <a:lnTo>
                    <a:pt x="2842632" y="726840"/>
                  </a:lnTo>
                  <a:lnTo>
                    <a:pt x="2848077" y="726839"/>
                  </a:lnTo>
                  <a:lnTo>
                    <a:pt x="2853523" y="726853"/>
                  </a:lnTo>
                  <a:lnTo>
                    <a:pt x="2858969" y="726881"/>
                  </a:lnTo>
                  <a:lnTo>
                    <a:pt x="2864414" y="726923"/>
                  </a:lnTo>
                  <a:lnTo>
                    <a:pt x="2869860" y="726979"/>
                  </a:lnTo>
                  <a:lnTo>
                    <a:pt x="2875306" y="727045"/>
                  </a:lnTo>
                  <a:lnTo>
                    <a:pt x="2880751" y="727121"/>
                  </a:lnTo>
                  <a:lnTo>
                    <a:pt x="2886197" y="727203"/>
                  </a:lnTo>
                  <a:lnTo>
                    <a:pt x="2891643" y="727289"/>
                  </a:lnTo>
                  <a:lnTo>
                    <a:pt x="2897088" y="727376"/>
                  </a:lnTo>
                  <a:lnTo>
                    <a:pt x="2902534" y="727464"/>
                  </a:lnTo>
                  <a:lnTo>
                    <a:pt x="2907980" y="727549"/>
                  </a:lnTo>
                  <a:lnTo>
                    <a:pt x="2913425" y="727630"/>
                  </a:lnTo>
                  <a:lnTo>
                    <a:pt x="2918871" y="727707"/>
                  </a:lnTo>
                  <a:lnTo>
                    <a:pt x="2924317" y="727779"/>
                  </a:lnTo>
                  <a:lnTo>
                    <a:pt x="2929762" y="727845"/>
                  </a:lnTo>
                  <a:lnTo>
                    <a:pt x="2935208" y="727907"/>
                  </a:lnTo>
                  <a:lnTo>
                    <a:pt x="2940654" y="727965"/>
                  </a:lnTo>
                  <a:lnTo>
                    <a:pt x="2946099" y="728019"/>
                  </a:lnTo>
                  <a:lnTo>
                    <a:pt x="2951545" y="728072"/>
                  </a:lnTo>
                  <a:lnTo>
                    <a:pt x="2956990" y="728124"/>
                  </a:lnTo>
                  <a:lnTo>
                    <a:pt x="2962436" y="728177"/>
                  </a:lnTo>
                  <a:lnTo>
                    <a:pt x="2967882" y="728232"/>
                  </a:lnTo>
                  <a:lnTo>
                    <a:pt x="2973327" y="728290"/>
                  </a:lnTo>
                  <a:lnTo>
                    <a:pt x="2978773" y="728351"/>
                  </a:lnTo>
                  <a:lnTo>
                    <a:pt x="2984219" y="728417"/>
                  </a:lnTo>
                  <a:lnTo>
                    <a:pt x="2989664" y="728487"/>
                  </a:lnTo>
                  <a:lnTo>
                    <a:pt x="2995110" y="728561"/>
                  </a:lnTo>
                  <a:lnTo>
                    <a:pt x="3000556" y="728638"/>
                  </a:lnTo>
                  <a:lnTo>
                    <a:pt x="3006001" y="728719"/>
                  </a:lnTo>
                  <a:lnTo>
                    <a:pt x="3011447" y="728803"/>
                  </a:lnTo>
                  <a:lnTo>
                    <a:pt x="3016893" y="728887"/>
                  </a:lnTo>
                  <a:lnTo>
                    <a:pt x="3022338" y="728972"/>
                  </a:lnTo>
                  <a:lnTo>
                    <a:pt x="3027784" y="729056"/>
                  </a:lnTo>
                  <a:lnTo>
                    <a:pt x="3033230" y="729138"/>
                  </a:lnTo>
                  <a:lnTo>
                    <a:pt x="3038675" y="729217"/>
                  </a:lnTo>
                  <a:lnTo>
                    <a:pt x="3044121" y="729292"/>
                  </a:lnTo>
                  <a:lnTo>
                    <a:pt x="3049567" y="729362"/>
                  </a:lnTo>
                  <a:lnTo>
                    <a:pt x="3055012" y="729427"/>
                  </a:lnTo>
                  <a:lnTo>
                    <a:pt x="3060458" y="729487"/>
                  </a:lnTo>
                  <a:lnTo>
                    <a:pt x="3065904" y="729542"/>
                  </a:lnTo>
                  <a:lnTo>
                    <a:pt x="3071349" y="729591"/>
                  </a:lnTo>
                  <a:lnTo>
                    <a:pt x="3076795" y="729637"/>
                  </a:lnTo>
                  <a:lnTo>
                    <a:pt x="3082241" y="729679"/>
                  </a:lnTo>
                  <a:lnTo>
                    <a:pt x="3087686" y="729717"/>
                  </a:lnTo>
                  <a:lnTo>
                    <a:pt x="3093132" y="729754"/>
                  </a:lnTo>
                  <a:lnTo>
                    <a:pt x="3098578" y="729791"/>
                  </a:lnTo>
                  <a:lnTo>
                    <a:pt x="3104023" y="729827"/>
                  </a:lnTo>
                  <a:lnTo>
                    <a:pt x="3109469" y="729865"/>
                  </a:lnTo>
                  <a:lnTo>
                    <a:pt x="3114915" y="729906"/>
                  </a:lnTo>
                  <a:lnTo>
                    <a:pt x="3120360" y="729950"/>
                  </a:lnTo>
                  <a:lnTo>
                    <a:pt x="3125806" y="729997"/>
                  </a:lnTo>
                  <a:lnTo>
                    <a:pt x="3131251" y="730049"/>
                  </a:lnTo>
                  <a:lnTo>
                    <a:pt x="3136697" y="730104"/>
                  </a:lnTo>
                  <a:lnTo>
                    <a:pt x="3142143" y="730165"/>
                  </a:lnTo>
                  <a:lnTo>
                    <a:pt x="3147588" y="730229"/>
                  </a:lnTo>
                  <a:lnTo>
                    <a:pt x="3153034" y="730297"/>
                  </a:lnTo>
                  <a:lnTo>
                    <a:pt x="3158480" y="730368"/>
                  </a:lnTo>
                  <a:lnTo>
                    <a:pt x="3163925" y="730441"/>
                  </a:lnTo>
                  <a:lnTo>
                    <a:pt x="3169371" y="730515"/>
                  </a:lnTo>
                  <a:lnTo>
                    <a:pt x="3174817" y="730589"/>
                  </a:lnTo>
                  <a:lnTo>
                    <a:pt x="3180262" y="730663"/>
                  </a:lnTo>
                  <a:lnTo>
                    <a:pt x="3185708" y="730734"/>
                  </a:lnTo>
                  <a:lnTo>
                    <a:pt x="3191154" y="730802"/>
                  </a:lnTo>
                  <a:lnTo>
                    <a:pt x="3196599" y="730866"/>
                  </a:lnTo>
                  <a:lnTo>
                    <a:pt x="3202045" y="730925"/>
                  </a:lnTo>
                  <a:lnTo>
                    <a:pt x="3207491" y="730979"/>
                  </a:lnTo>
                  <a:lnTo>
                    <a:pt x="3212936" y="731027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87449" y="593810"/>
              <a:ext cx="3541785" cy="138014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87449" y="2453140"/>
              <a:ext cx="3541785" cy="13801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87449" y="3770552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7449" y="3453551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87449" y="3136549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7449" y="2819547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87449" y="2502545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48439" y="245314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53390" y="245314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458341" y="245314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263293" y="245314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068244" y="2453140"/>
              <a:ext cx="0" cy="1380146"/>
            </a:xfrm>
            <a:custGeom>
              <a:avLst/>
              <a:pathLst>
                <a:path w="0" h="1380146">
                  <a:moveTo>
                    <a:pt x="0" y="13801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49849" y="2628458"/>
              <a:ext cx="1931665" cy="1142094"/>
            </a:xfrm>
            <a:custGeom>
              <a:avLst/>
              <a:pathLst>
                <a:path w="1931665" h="1142094">
                  <a:moveTo>
                    <a:pt x="0" y="1142094"/>
                  </a:moveTo>
                  <a:lnTo>
                    <a:pt x="4829" y="1142094"/>
                  </a:lnTo>
                  <a:lnTo>
                    <a:pt x="9658" y="1142094"/>
                  </a:lnTo>
                  <a:lnTo>
                    <a:pt x="14487" y="1142094"/>
                  </a:lnTo>
                  <a:lnTo>
                    <a:pt x="19316" y="1142094"/>
                  </a:lnTo>
                  <a:lnTo>
                    <a:pt x="24145" y="1142094"/>
                  </a:lnTo>
                  <a:lnTo>
                    <a:pt x="28974" y="1142094"/>
                  </a:lnTo>
                  <a:lnTo>
                    <a:pt x="33804" y="1142094"/>
                  </a:lnTo>
                  <a:lnTo>
                    <a:pt x="38633" y="1142094"/>
                  </a:lnTo>
                  <a:lnTo>
                    <a:pt x="43462" y="1142094"/>
                  </a:lnTo>
                  <a:lnTo>
                    <a:pt x="48291" y="1142094"/>
                  </a:lnTo>
                  <a:lnTo>
                    <a:pt x="53120" y="1142094"/>
                  </a:lnTo>
                  <a:lnTo>
                    <a:pt x="57949" y="1142094"/>
                  </a:lnTo>
                  <a:lnTo>
                    <a:pt x="62779" y="1142094"/>
                  </a:lnTo>
                  <a:lnTo>
                    <a:pt x="67608" y="1142094"/>
                  </a:lnTo>
                  <a:lnTo>
                    <a:pt x="72437" y="1142094"/>
                  </a:lnTo>
                  <a:lnTo>
                    <a:pt x="77266" y="1142094"/>
                  </a:lnTo>
                  <a:lnTo>
                    <a:pt x="82095" y="1142094"/>
                  </a:lnTo>
                  <a:lnTo>
                    <a:pt x="86924" y="1142094"/>
                  </a:lnTo>
                  <a:lnTo>
                    <a:pt x="91754" y="1142094"/>
                  </a:lnTo>
                  <a:lnTo>
                    <a:pt x="96583" y="1142094"/>
                  </a:lnTo>
                  <a:lnTo>
                    <a:pt x="101412" y="1142094"/>
                  </a:lnTo>
                  <a:lnTo>
                    <a:pt x="106241" y="1142094"/>
                  </a:lnTo>
                  <a:lnTo>
                    <a:pt x="111070" y="1142094"/>
                  </a:lnTo>
                  <a:lnTo>
                    <a:pt x="115899" y="1142094"/>
                  </a:lnTo>
                  <a:lnTo>
                    <a:pt x="120729" y="1142094"/>
                  </a:lnTo>
                  <a:lnTo>
                    <a:pt x="125558" y="1142094"/>
                  </a:lnTo>
                  <a:lnTo>
                    <a:pt x="130387" y="1142094"/>
                  </a:lnTo>
                  <a:lnTo>
                    <a:pt x="135216" y="1142094"/>
                  </a:lnTo>
                  <a:lnTo>
                    <a:pt x="140045" y="1142094"/>
                  </a:lnTo>
                  <a:lnTo>
                    <a:pt x="144874" y="1142094"/>
                  </a:lnTo>
                  <a:lnTo>
                    <a:pt x="149704" y="1142094"/>
                  </a:lnTo>
                  <a:lnTo>
                    <a:pt x="154533" y="1142094"/>
                  </a:lnTo>
                  <a:lnTo>
                    <a:pt x="159362" y="1142094"/>
                  </a:lnTo>
                  <a:lnTo>
                    <a:pt x="164191" y="1142094"/>
                  </a:lnTo>
                  <a:lnTo>
                    <a:pt x="169020" y="1142094"/>
                  </a:lnTo>
                  <a:lnTo>
                    <a:pt x="173849" y="1142094"/>
                  </a:lnTo>
                  <a:lnTo>
                    <a:pt x="178679" y="1142094"/>
                  </a:lnTo>
                  <a:lnTo>
                    <a:pt x="183508" y="1142094"/>
                  </a:lnTo>
                  <a:lnTo>
                    <a:pt x="188337" y="1142094"/>
                  </a:lnTo>
                  <a:lnTo>
                    <a:pt x="193166" y="1142094"/>
                  </a:lnTo>
                  <a:lnTo>
                    <a:pt x="197995" y="1142094"/>
                  </a:lnTo>
                  <a:lnTo>
                    <a:pt x="202824" y="1142094"/>
                  </a:lnTo>
                  <a:lnTo>
                    <a:pt x="207654" y="1142094"/>
                  </a:lnTo>
                  <a:lnTo>
                    <a:pt x="212483" y="1142094"/>
                  </a:lnTo>
                  <a:lnTo>
                    <a:pt x="217312" y="1142094"/>
                  </a:lnTo>
                  <a:lnTo>
                    <a:pt x="222141" y="1142094"/>
                  </a:lnTo>
                  <a:lnTo>
                    <a:pt x="226970" y="1142094"/>
                  </a:lnTo>
                  <a:lnTo>
                    <a:pt x="231799" y="1142094"/>
                  </a:lnTo>
                  <a:lnTo>
                    <a:pt x="236629" y="1142094"/>
                  </a:lnTo>
                  <a:lnTo>
                    <a:pt x="241458" y="1142094"/>
                  </a:lnTo>
                  <a:lnTo>
                    <a:pt x="246287" y="1142094"/>
                  </a:lnTo>
                  <a:lnTo>
                    <a:pt x="251116" y="1142094"/>
                  </a:lnTo>
                  <a:lnTo>
                    <a:pt x="255945" y="1142094"/>
                  </a:lnTo>
                  <a:lnTo>
                    <a:pt x="260774" y="1142094"/>
                  </a:lnTo>
                  <a:lnTo>
                    <a:pt x="265604" y="1142094"/>
                  </a:lnTo>
                  <a:lnTo>
                    <a:pt x="270433" y="1142094"/>
                  </a:lnTo>
                  <a:lnTo>
                    <a:pt x="275262" y="1142094"/>
                  </a:lnTo>
                  <a:lnTo>
                    <a:pt x="280091" y="1142094"/>
                  </a:lnTo>
                  <a:lnTo>
                    <a:pt x="284920" y="1142094"/>
                  </a:lnTo>
                  <a:lnTo>
                    <a:pt x="289749" y="1142094"/>
                  </a:lnTo>
                  <a:lnTo>
                    <a:pt x="294578" y="1142094"/>
                  </a:lnTo>
                  <a:lnTo>
                    <a:pt x="299408" y="1142094"/>
                  </a:lnTo>
                  <a:lnTo>
                    <a:pt x="304237" y="1142094"/>
                  </a:lnTo>
                  <a:lnTo>
                    <a:pt x="309066" y="1142094"/>
                  </a:lnTo>
                  <a:lnTo>
                    <a:pt x="313895" y="1142094"/>
                  </a:lnTo>
                  <a:lnTo>
                    <a:pt x="318724" y="1142094"/>
                  </a:lnTo>
                  <a:lnTo>
                    <a:pt x="323553" y="1142094"/>
                  </a:lnTo>
                  <a:lnTo>
                    <a:pt x="328383" y="1142094"/>
                  </a:lnTo>
                  <a:lnTo>
                    <a:pt x="333212" y="1142094"/>
                  </a:lnTo>
                  <a:lnTo>
                    <a:pt x="338041" y="1142094"/>
                  </a:lnTo>
                  <a:lnTo>
                    <a:pt x="342870" y="1142094"/>
                  </a:lnTo>
                  <a:lnTo>
                    <a:pt x="347699" y="1142093"/>
                  </a:lnTo>
                  <a:lnTo>
                    <a:pt x="352528" y="1142093"/>
                  </a:lnTo>
                  <a:lnTo>
                    <a:pt x="357358" y="1142093"/>
                  </a:lnTo>
                  <a:lnTo>
                    <a:pt x="362187" y="1142092"/>
                  </a:lnTo>
                  <a:lnTo>
                    <a:pt x="367016" y="1142091"/>
                  </a:lnTo>
                  <a:lnTo>
                    <a:pt x="371845" y="1142089"/>
                  </a:lnTo>
                  <a:lnTo>
                    <a:pt x="376674" y="1142087"/>
                  </a:lnTo>
                  <a:lnTo>
                    <a:pt x="381503" y="1142083"/>
                  </a:lnTo>
                  <a:lnTo>
                    <a:pt x="386333" y="1142077"/>
                  </a:lnTo>
                  <a:lnTo>
                    <a:pt x="391162" y="1142069"/>
                  </a:lnTo>
                  <a:lnTo>
                    <a:pt x="395991" y="1142057"/>
                  </a:lnTo>
                  <a:lnTo>
                    <a:pt x="400820" y="1142040"/>
                  </a:lnTo>
                  <a:lnTo>
                    <a:pt x="405649" y="1142016"/>
                  </a:lnTo>
                  <a:lnTo>
                    <a:pt x="410478" y="1141984"/>
                  </a:lnTo>
                  <a:lnTo>
                    <a:pt x="415308" y="1141939"/>
                  </a:lnTo>
                  <a:lnTo>
                    <a:pt x="420137" y="1141879"/>
                  </a:lnTo>
                  <a:lnTo>
                    <a:pt x="424966" y="1141799"/>
                  </a:lnTo>
                  <a:lnTo>
                    <a:pt x="429795" y="1141695"/>
                  </a:lnTo>
                  <a:lnTo>
                    <a:pt x="434624" y="1141562"/>
                  </a:lnTo>
                  <a:lnTo>
                    <a:pt x="439453" y="1141394"/>
                  </a:lnTo>
                  <a:lnTo>
                    <a:pt x="444283" y="1141186"/>
                  </a:lnTo>
                  <a:lnTo>
                    <a:pt x="449112" y="1140933"/>
                  </a:lnTo>
                  <a:lnTo>
                    <a:pt x="453941" y="1140629"/>
                  </a:lnTo>
                  <a:lnTo>
                    <a:pt x="458770" y="1140270"/>
                  </a:lnTo>
                  <a:lnTo>
                    <a:pt x="463599" y="1139853"/>
                  </a:lnTo>
                  <a:lnTo>
                    <a:pt x="468428" y="1139377"/>
                  </a:lnTo>
                  <a:lnTo>
                    <a:pt x="473258" y="1138843"/>
                  </a:lnTo>
                  <a:lnTo>
                    <a:pt x="478087" y="1138252"/>
                  </a:lnTo>
                  <a:lnTo>
                    <a:pt x="482916" y="1137610"/>
                  </a:lnTo>
                  <a:lnTo>
                    <a:pt x="487745" y="1136925"/>
                  </a:lnTo>
                  <a:lnTo>
                    <a:pt x="492574" y="1136207"/>
                  </a:lnTo>
                  <a:lnTo>
                    <a:pt x="497403" y="1135469"/>
                  </a:lnTo>
                  <a:lnTo>
                    <a:pt x="502233" y="1134725"/>
                  </a:lnTo>
                  <a:lnTo>
                    <a:pt x="507062" y="1133992"/>
                  </a:lnTo>
                  <a:lnTo>
                    <a:pt x="511891" y="1133285"/>
                  </a:lnTo>
                  <a:lnTo>
                    <a:pt x="516720" y="1132618"/>
                  </a:lnTo>
                  <a:lnTo>
                    <a:pt x="521549" y="1132004"/>
                  </a:lnTo>
                  <a:lnTo>
                    <a:pt x="526378" y="1131454"/>
                  </a:lnTo>
                  <a:lnTo>
                    <a:pt x="531208" y="1130975"/>
                  </a:lnTo>
                  <a:lnTo>
                    <a:pt x="536037" y="1130572"/>
                  </a:lnTo>
                  <a:lnTo>
                    <a:pt x="540866" y="1130246"/>
                  </a:lnTo>
                  <a:lnTo>
                    <a:pt x="545695" y="1129993"/>
                  </a:lnTo>
                  <a:lnTo>
                    <a:pt x="550524" y="1129808"/>
                  </a:lnTo>
                  <a:lnTo>
                    <a:pt x="555353" y="1129681"/>
                  </a:lnTo>
                  <a:lnTo>
                    <a:pt x="560183" y="1129599"/>
                  </a:lnTo>
                  <a:lnTo>
                    <a:pt x="565012" y="1129548"/>
                  </a:lnTo>
                  <a:lnTo>
                    <a:pt x="569841" y="1129512"/>
                  </a:lnTo>
                  <a:lnTo>
                    <a:pt x="574670" y="1129474"/>
                  </a:lnTo>
                  <a:lnTo>
                    <a:pt x="579499" y="1129415"/>
                  </a:lnTo>
                  <a:lnTo>
                    <a:pt x="584328" y="1129315"/>
                  </a:lnTo>
                  <a:lnTo>
                    <a:pt x="589157" y="1129161"/>
                  </a:lnTo>
                  <a:lnTo>
                    <a:pt x="593987" y="1128936"/>
                  </a:lnTo>
                  <a:lnTo>
                    <a:pt x="598816" y="1128627"/>
                  </a:lnTo>
                  <a:lnTo>
                    <a:pt x="603645" y="1128225"/>
                  </a:lnTo>
                  <a:lnTo>
                    <a:pt x="608474" y="1127720"/>
                  </a:lnTo>
                  <a:lnTo>
                    <a:pt x="613303" y="1127109"/>
                  </a:lnTo>
                  <a:lnTo>
                    <a:pt x="618132" y="1126390"/>
                  </a:lnTo>
                  <a:lnTo>
                    <a:pt x="622962" y="1125565"/>
                  </a:lnTo>
                  <a:lnTo>
                    <a:pt x="627791" y="1124639"/>
                  </a:lnTo>
                  <a:lnTo>
                    <a:pt x="632620" y="1123622"/>
                  </a:lnTo>
                  <a:lnTo>
                    <a:pt x="637449" y="1122524"/>
                  </a:lnTo>
                  <a:lnTo>
                    <a:pt x="642278" y="1121358"/>
                  </a:lnTo>
                  <a:lnTo>
                    <a:pt x="647107" y="1120140"/>
                  </a:lnTo>
                  <a:lnTo>
                    <a:pt x="651937" y="1118883"/>
                  </a:lnTo>
                  <a:lnTo>
                    <a:pt x="656766" y="1117601"/>
                  </a:lnTo>
                  <a:lnTo>
                    <a:pt x="661595" y="1116303"/>
                  </a:lnTo>
                  <a:lnTo>
                    <a:pt x="666424" y="1114996"/>
                  </a:lnTo>
                  <a:lnTo>
                    <a:pt x="671253" y="1113683"/>
                  </a:lnTo>
                  <a:lnTo>
                    <a:pt x="676082" y="1112360"/>
                  </a:lnTo>
                  <a:lnTo>
                    <a:pt x="680912" y="1111018"/>
                  </a:lnTo>
                  <a:lnTo>
                    <a:pt x="685741" y="1109645"/>
                  </a:lnTo>
                  <a:lnTo>
                    <a:pt x="690570" y="1108228"/>
                  </a:lnTo>
                  <a:lnTo>
                    <a:pt x="695399" y="1106748"/>
                  </a:lnTo>
                  <a:lnTo>
                    <a:pt x="700228" y="1105193"/>
                  </a:lnTo>
                  <a:lnTo>
                    <a:pt x="705057" y="1103548"/>
                  </a:lnTo>
                  <a:lnTo>
                    <a:pt x="709887" y="1101805"/>
                  </a:lnTo>
                  <a:lnTo>
                    <a:pt x="714716" y="1099962"/>
                  </a:lnTo>
                  <a:lnTo>
                    <a:pt x="719545" y="1098025"/>
                  </a:lnTo>
                  <a:lnTo>
                    <a:pt x="724374" y="1096005"/>
                  </a:lnTo>
                  <a:lnTo>
                    <a:pt x="729203" y="1093925"/>
                  </a:lnTo>
                  <a:lnTo>
                    <a:pt x="734032" y="1091811"/>
                  </a:lnTo>
                  <a:lnTo>
                    <a:pt x="738862" y="1089701"/>
                  </a:lnTo>
                  <a:lnTo>
                    <a:pt x="743691" y="1087635"/>
                  </a:lnTo>
                  <a:lnTo>
                    <a:pt x="748520" y="1085650"/>
                  </a:lnTo>
                  <a:lnTo>
                    <a:pt x="753349" y="1083782"/>
                  </a:lnTo>
                  <a:lnTo>
                    <a:pt x="758178" y="1082060"/>
                  </a:lnTo>
                  <a:lnTo>
                    <a:pt x="763007" y="1080503"/>
                  </a:lnTo>
                  <a:lnTo>
                    <a:pt x="767837" y="1079121"/>
                  </a:lnTo>
                  <a:lnTo>
                    <a:pt x="772666" y="1077909"/>
                  </a:lnTo>
                  <a:lnTo>
                    <a:pt x="777495" y="1076849"/>
                  </a:lnTo>
                  <a:lnTo>
                    <a:pt x="782324" y="1075907"/>
                  </a:lnTo>
                  <a:lnTo>
                    <a:pt x="787153" y="1075036"/>
                  </a:lnTo>
                  <a:lnTo>
                    <a:pt x="791982" y="1074177"/>
                  </a:lnTo>
                  <a:lnTo>
                    <a:pt x="796812" y="1073260"/>
                  </a:lnTo>
                  <a:lnTo>
                    <a:pt x="801641" y="1072206"/>
                  </a:lnTo>
                  <a:lnTo>
                    <a:pt x="806470" y="1070934"/>
                  </a:lnTo>
                  <a:lnTo>
                    <a:pt x="811299" y="1069362"/>
                  </a:lnTo>
                  <a:lnTo>
                    <a:pt x="816128" y="1067404"/>
                  </a:lnTo>
                  <a:lnTo>
                    <a:pt x="820957" y="1064966"/>
                  </a:lnTo>
                  <a:lnTo>
                    <a:pt x="825787" y="1062011"/>
                  </a:lnTo>
                  <a:lnTo>
                    <a:pt x="830616" y="1058497"/>
                  </a:lnTo>
                  <a:lnTo>
                    <a:pt x="835445" y="1054397"/>
                  </a:lnTo>
                  <a:lnTo>
                    <a:pt x="840274" y="1049705"/>
                  </a:lnTo>
                  <a:lnTo>
                    <a:pt x="845103" y="1044428"/>
                  </a:lnTo>
                  <a:lnTo>
                    <a:pt x="849932" y="1038591"/>
                  </a:lnTo>
                  <a:lnTo>
                    <a:pt x="854762" y="1032235"/>
                  </a:lnTo>
                  <a:lnTo>
                    <a:pt x="859591" y="1025415"/>
                  </a:lnTo>
                  <a:lnTo>
                    <a:pt x="864420" y="1018195"/>
                  </a:lnTo>
                  <a:lnTo>
                    <a:pt x="869249" y="1010648"/>
                  </a:lnTo>
                  <a:lnTo>
                    <a:pt x="874078" y="1002854"/>
                  </a:lnTo>
                  <a:lnTo>
                    <a:pt x="878907" y="994894"/>
                  </a:lnTo>
                  <a:lnTo>
                    <a:pt x="883736" y="986852"/>
                  </a:lnTo>
                  <a:lnTo>
                    <a:pt x="888566" y="978810"/>
                  </a:lnTo>
                  <a:lnTo>
                    <a:pt x="893395" y="970848"/>
                  </a:lnTo>
                  <a:lnTo>
                    <a:pt x="898224" y="963047"/>
                  </a:lnTo>
                  <a:lnTo>
                    <a:pt x="903053" y="955474"/>
                  </a:lnTo>
                  <a:lnTo>
                    <a:pt x="907882" y="948176"/>
                  </a:lnTo>
                  <a:lnTo>
                    <a:pt x="912711" y="941191"/>
                  </a:lnTo>
                  <a:lnTo>
                    <a:pt x="917541" y="934541"/>
                  </a:lnTo>
                  <a:lnTo>
                    <a:pt x="922370" y="928231"/>
                  </a:lnTo>
                  <a:lnTo>
                    <a:pt x="927199" y="922248"/>
                  </a:lnTo>
                  <a:lnTo>
                    <a:pt x="932028" y="916559"/>
                  </a:lnTo>
                  <a:lnTo>
                    <a:pt x="936857" y="911117"/>
                  </a:lnTo>
                  <a:lnTo>
                    <a:pt x="941686" y="905858"/>
                  </a:lnTo>
                  <a:lnTo>
                    <a:pt x="946516" y="900707"/>
                  </a:lnTo>
                  <a:lnTo>
                    <a:pt x="951345" y="895583"/>
                  </a:lnTo>
                  <a:lnTo>
                    <a:pt x="956174" y="890402"/>
                  </a:lnTo>
                  <a:lnTo>
                    <a:pt x="961003" y="885085"/>
                  </a:lnTo>
                  <a:lnTo>
                    <a:pt x="965832" y="879562"/>
                  </a:lnTo>
                  <a:lnTo>
                    <a:pt x="970661" y="873775"/>
                  </a:lnTo>
                  <a:lnTo>
                    <a:pt x="975491" y="867680"/>
                  </a:lnTo>
                  <a:lnTo>
                    <a:pt x="980320" y="861244"/>
                  </a:lnTo>
                  <a:lnTo>
                    <a:pt x="985149" y="854487"/>
                  </a:lnTo>
                  <a:lnTo>
                    <a:pt x="989978" y="847427"/>
                  </a:lnTo>
                  <a:lnTo>
                    <a:pt x="994807" y="840097"/>
                  </a:lnTo>
                  <a:lnTo>
                    <a:pt x="999636" y="832539"/>
                  </a:lnTo>
                  <a:lnTo>
                    <a:pt x="1004466" y="824795"/>
                  </a:lnTo>
                  <a:lnTo>
                    <a:pt x="1009295" y="816908"/>
                  </a:lnTo>
                  <a:lnTo>
                    <a:pt x="1014124" y="808909"/>
                  </a:lnTo>
                  <a:lnTo>
                    <a:pt x="1018953" y="800821"/>
                  </a:lnTo>
                  <a:lnTo>
                    <a:pt x="1023782" y="792652"/>
                  </a:lnTo>
                  <a:lnTo>
                    <a:pt x="1028611" y="784393"/>
                  </a:lnTo>
                  <a:lnTo>
                    <a:pt x="1033441" y="776021"/>
                  </a:lnTo>
                  <a:lnTo>
                    <a:pt x="1038270" y="767498"/>
                  </a:lnTo>
                  <a:lnTo>
                    <a:pt x="1043099" y="758777"/>
                  </a:lnTo>
                  <a:lnTo>
                    <a:pt x="1047928" y="749800"/>
                  </a:lnTo>
                  <a:lnTo>
                    <a:pt x="1052757" y="740507"/>
                  </a:lnTo>
                  <a:lnTo>
                    <a:pt x="1057586" y="730816"/>
                  </a:lnTo>
                  <a:lnTo>
                    <a:pt x="1062416" y="720679"/>
                  </a:lnTo>
                  <a:lnTo>
                    <a:pt x="1067245" y="710055"/>
                  </a:lnTo>
                  <a:lnTo>
                    <a:pt x="1072074" y="698905"/>
                  </a:lnTo>
                  <a:lnTo>
                    <a:pt x="1076903" y="687202"/>
                  </a:lnTo>
                  <a:lnTo>
                    <a:pt x="1081732" y="674928"/>
                  </a:lnTo>
                  <a:lnTo>
                    <a:pt x="1086561" y="662076"/>
                  </a:lnTo>
                  <a:lnTo>
                    <a:pt x="1091391" y="648649"/>
                  </a:lnTo>
                  <a:lnTo>
                    <a:pt x="1096220" y="634660"/>
                  </a:lnTo>
                  <a:lnTo>
                    <a:pt x="1101049" y="620134"/>
                  </a:lnTo>
                  <a:lnTo>
                    <a:pt x="1105878" y="605104"/>
                  </a:lnTo>
                  <a:lnTo>
                    <a:pt x="1110707" y="589620"/>
                  </a:lnTo>
                  <a:lnTo>
                    <a:pt x="1115536" y="573745"/>
                  </a:lnTo>
                  <a:lnTo>
                    <a:pt x="1120366" y="557556"/>
                  </a:lnTo>
                  <a:lnTo>
                    <a:pt x="1125195" y="541152"/>
                  </a:lnTo>
                  <a:lnTo>
                    <a:pt x="1130024" y="524650"/>
                  </a:lnTo>
                  <a:lnTo>
                    <a:pt x="1134853" y="508189"/>
                  </a:lnTo>
                  <a:lnTo>
                    <a:pt x="1139682" y="491948"/>
                  </a:lnTo>
                  <a:lnTo>
                    <a:pt x="1144511" y="476095"/>
                  </a:lnTo>
                  <a:lnTo>
                    <a:pt x="1149340" y="460809"/>
                  </a:lnTo>
                  <a:lnTo>
                    <a:pt x="1154170" y="446265"/>
                  </a:lnTo>
                  <a:lnTo>
                    <a:pt x="1158999" y="432625"/>
                  </a:lnTo>
                  <a:lnTo>
                    <a:pt x="1163828" y="420032"/>
                  </a:lnTo>
                  <a:lnTo>
                    <a:pt x="1168657" y="408592"/>
                  </a:lnTo>
                  <a:lnTo>
                    <a:pt x="1173486" y="398367"/>
                  </a:lnTo>
                  <a:lnTo>
                    <a:pt x="1178315" y="389367"/>
                  </a:lnTo>
                  <a:lnTo>
                    <a:pt x="1183145" y="381545"/>
                  </a:lnTo>
                  <a:lnTo>
                    <a:pt x="1187974" y="374790"/>
                  </a:lnTo>
                  <a:lnTo>
                    <a:pt x="1192803" y="368933"/>
                  </a:lnTo>
                  <a:lnTo>
                    <a:pt x="1197632" y="363750"/>
                  </a:lnTo>
                  <a:lnTo>
                    <a:pt x="1202461" y="358971"/>
                  </a:lnTo>
                  <a:lnTo>
                    <a:pt x="1207290" y="354292"/>
                  </a:lnTo>
                  <a:lnTo>
                    <a:pt x="1212120" y="349392"/>
                  </a:lnTo>
                  <a:lnTo>
                    <a:pt x="1216949" y="343902"/>
                  </a:lnTo>
                  <a:lnTo>
                    <a:pt x="1221778" y="337515"/>
                  </a:lnTo>
                  <a:lnTo>
                    <a:pt x="1226607" y="329982"/>
                  </a:lnTo>
                  <a:lnTo>
                    <a:pt x="1231436" y="321096"/>
                  </a:lnTo>
                  <a:lnTo>
                    <a:pt x="1236265" y="310716"/>
                  </a:lnTo>
                  <a:lnTo>
                    <a:pt x="1241095" y="298770"/>
                  </a:lnTo>
                  <a:lnTo>
                    <a:pt x="1245924" y="285260"/>
                  </a:lnTo>
                  <a:lnTo>
                    <a:pt x="1250753" y="270259"/>
                  </a:lnTo>
                  <a:lnTo>
                    <a:pt x="1255582" y="253905"/>
                  </a:lnTo>
                  <a:lnTo>
                    <a:pt x="1260411" y="236392"/>
                  </a:lnTo>
                  <a:lnTo>
                    <a:pt x="1265240" y="217961"/>
                  </a:lnTo>
                  <a:lnTo>
                    <a:pt x="1270070" y="198883"/>
                  </a:lnTo>
                  <a:lnTo>
                    <a:pt x="1274899" y="179450"/>
                  </a:lnTo>
                  <a:lnTo>
                    <a:pt x="1279728" y="159959"/>
                  </a:lnTo>
                  <a:lnTo>
                    <a:pt x="1284557" y="140700"/>
                  </a:lnTo>
                  <a:lnTo>
                    <a:pt x="1289386" y="121948"/>
                  </a:lnTo>
                  <a:lnTo>
                    <a:pt x="1294215" y="103972"/>
                  </a:lnTo>
                  <a:lnTo>
                    <a:pt x="1299045" y="87046"/>
                  </a:lnTo>
                  <a:lnTo>
                    <a:pt x="1303874" y="71316"/>
                  </a:lnTo>
                  <a:lnTo>
                    <a:pt x="1308703" y="56934"/>
                  </a:lnTo>
                  <a:lnTo>
                    <a:pt x="1313532" y="44024"/>
                  </a:lnTo>
                  <a:lnTo>
                    <a:pt x="1318361" y="32683"/>
                  </a:lnTo>
                  <a:lnTo>
                    <a:pt x="1323190" y="22983"/>
                  </a:lnTo>
                  <a:lnTo>
                    <a:pt x="1328020" y="14970"/>
                  </a:lnTo>
                  <a:lnTo>
                    <a:pt x="1332849" y="8672"/>
                  </a:lnTo>
                  <a:lnTo>
                    <a:pt x="1337678" y="4094"/>
                  </a:lnTo>
                  <a:lnTo>
                    <a:pt x="1342507" y="1216"/>
                  </a:lnTo>
                  <a:lnTo>
                    <a:pt x="1347336" y="0"/>
                  </a:lnTo>
                  <a:lnTo>
                    <a:pt x="1352165" y="379"/>
                  </a:lnTo>
                  <a:lnTo>
                    <a:pt x="1356995" y="2266"/>
                  </a:lnTo>
                  <a:lnTo>
                    <a:pt x="1361824" y="5545"/>
                  </a:lnTo>
                  <a:lnTo>
                    <a:pt x="1366653" y="10081"/>
                  </a:lnTo>
                  <a:lnTo>
                    <a:pt x="1371482" y="15716"/>
                  </a:lnTo>
                  <a:lnTo>
                    <a:pt x="1376311" y="22322"/>
                  </a:lnTo>
                  <a:lnTo>
                    <a:pt x="1381140" y="29669"/>
                  </a:lnTo>
                  <a:lnTo>
                    <a:pt x="1385970" y="37575"/>
                  </a:lnTo>
                  <a:lnTo>
                    <a:pt x="1390799" y="45886"/>
                  </a:lnTo>
                  <a:lnTo>
                    <a:pt x="1395628" y="54474"/>
                  </a:lnTo>
                  <a:lnTo>
                    <a:pt x="1400457" y="63252"/>
                  </a:lnTo>
                  <a:lnTo>
                    <a:pt x="1405286" y="72171"/>
                  </a:lnTo>
                  <a:lnTo>
                    <a:pt x="1410115" y="81237"/>
                  </a:lnTo>
                  <a:lnTo>
                    <a:pt x="1414945" y="90503"/>
                  </a:lnTo>
                  <a:lnTo>
                    <a:pt x="1419774" y="100074"/>
                  </a:lnTo>
                  <a:lnTo>
                    <a:pt x="1424603" y="110097"/>
                  </a:lnTo>
                  <a:lnTo>
                    <a:pt x="1429432" y="120756"/>
                  </a:lnTo>
                  <a:lnTo>
                    <a:pt x="1434261" y="132256"/>
                  </a:lnTo>
                  <a:lnTo>
                    <a:pt x="1439090" y="144815"/>
                  </a:lnTo>
                  <a:lnTo>
                    <a:pt x="1443919" y="158642"/>
                  </a:lnTo>
                  <a:lnTo>
                    <a:pt x="1448749" y="173930"/>
                  </a:lnTo>
                  <a:lnTo>
                    <a:pt x="1453578" y="190870"/>
                  </a:lnTo>
                  <a:lnTo>
                    <a:pt x="1458407" y="209629"/>
                  </a:lnTo>
                  <a:lnTo>
                    <a:pt x="1463236" y="230171"/>
                  </a:lnTo>
                  <a:lnTo>
                    <a:pt x="1468065" y="252477"/>
                  </a:lnTo>
                  <a:lnTo>
                    <a:pt x="1472894" y="276469"/>
                  </a:lnTo>
                  <a:lnTo>
                    <a:pt x="1477724" y="302014"/>
                  </a:lnTo>
                  <a:lnTo>
                    <a:pt x="1482553" y="328923"/>
                  </a:lnTo>
                  <a:lnTo>
                    <a:pt x="1487382" y="356971"/>
                  </a:lnTo>
                  <a:lnTo>
                    <a:pt x="1492211" y="385897"/>
                  </a:lnTo>
                  <a:lnTo>
                    <a:pt x="1497040" y="415423"/>
                  </a:lnTo>
                  <a:lnTo>
                    <a:pt x="1501869" y="445264"/>
                  </a:lnTo>
                  <a:lnTo>
                    <a:pt x="1506699" y="475135"/>
                  </a:lnTo>
                  <a:lnTo>
                    <a:pt x="1511528" y="504767"/>
                  </a:lnTo>
                  <a:lnTo>
                    <a:pt x="1516357" y="533914"/>
                  </a:lnTo>
                  <a:lnTo>
                    <a:pt x="1521186" y="562357"/>
                  </a:lnTo>
                  <a:lnTo>
                    <a:pt x="1526015" y="589910"/>
                  </a:lnTo>
                  <a:lnTo>
                    <a:pt x="1530844" y="616426"/>
                  </a:lnTo>
                  <a:lnTo>
                    <a:pt x="1535674" y="641727"/>
                  </a:lnTo>
                  <a:lnTo>
                    <a:pt x="1540503" y="665786"/>
                  </a:lnTo>
                  <a:lnTo>
                    <a:pt x="1545332" y="688587"/>
                  </a:lnTo>
                  <a:lnTo>
                    <a:pt x="1550161" y="710132"/>
                  </a:lnTo>
                  <a:lnTo>
                    <a:pt x="1554990" y="730445"/>
                  </a:lnTo>
                  <a:lnTo>
                    <a:pt x="1559819" y="749577"/>
                  </a:lnTo>
                  <a:lnTo>
                    <a:pt x="1564649" y="767597"/>
                  </a:lnTo>
                  <a:lnTo>
                    <a:pt x="1569478" y="784589"/>
                  </a:lnTo>
                  <a:lnTo>
                    <a:pt x="1574307" y="800648"/>
                  </a:lnTo>
                  <a:lnTo>
                    <a:pt x="1579136" y="815879"/>
                  </a:lnTo>
                  <a:lnTo>
                    <a:pt x="1583965" y="830389"/>
                  </a:lnTo>
                  <a:lnTo>
                    <a:pt x="1588794" y="844289"/>
                  </a:lnTo>
                  <a:lnTo>
                    <a:pt x="1593624" y="857687"/>
                  </a:lnTo>
                  <a:lnTo>
                    <a:pt x="1598453" y="870686"/>
                  </a:lnTo>
                  <a:lnTo>
                    <a:pt x="1603282" y="883381"/>
                  </a:lnTo>
                  <a:lnTo>
                    <a:pt x="1608111" y="895853"/>
                  </a:lnTo>
                  <a:lnTo>
                    <a:pt x="1612940" y="908169"/>
                  </a:lnTo>
                  <a:lnTo>
                    <a:pt x="1617769" y="920380"/>
                  </a:lnTo>
                  <a:lnTo>
                    <a:pt x="1622599" y="932518"/>
                  </a:lnTo>
                  <a:lnTo>
                    <a:pt x="1627428" y="944590"/>
                  </a:lnTo>
                  <a:lnTo>
                    <a:pt x="1632257" y="956582"/>
                  </a:lnTo>
                  <a:lnTo>
                    <a:pt x="1637086" y="968463"/>
                  </a:lnTo>
                  <a:lnTo>
                    <a:pt x="1641915" y="980186"/>
                  </a:lnTo>
                  <a:lnTo>
                    <a:pt x="1646744" y="991691"/>
                  </a:lnTo>
                  <a:lnTo>
                    <a:pt x="1651574" y="1002915"/>
                  </a:lnTo>
                  <a:lnTo>
                    <a:pt x="1656403" y="1013788"/>
                  </a:lnTo>
                  <a:lnTo>
                    <a:pt x="1661232" y="1024245"/>
                  </a:lnTo>
                  <a:lnTo>
                    <a:pt x="1666061" y="1034225"/>
                  </a:lnTo>
                  <a:lnTo>
                    <a:pt x="1670890" y="1043678"/>
                  </a:lnTo>
                  <a:lnTo>
                    <a:pt x="1675719" y="1052566"/>
                  </a:lnTo>
                  <a:lnTo>
                    <a:pt x="1680549" y="1060862"/>
                  </a:lnTo>
                  <a:lnTo>
                    <a:pt x="1685378" y="1068555"/>
                  </a:lnTo>
                  <a:lnTo>
                    <a:pt x="1690207" y="1075645"/>
                  </a:lnTo>
                  <a:lnTo>
                    <a:pt x="1695036" y="1082112"/>
                  </a:lnTo>
                  <a:lnTo>
                    <a:pt x="1699865" y="1088005"/>
                  </a:lnTo>
                  <a:lnTo>
                    <a:pt x="1704694" y="1093359"/>
                  </a:lnTo>
                  <a:lnTo>
                    <a:pt x="1709524" y="1098205"/>
                  </a:lnTo>
                  <a:lnTo>
                    <a:pt x="1714353" y="1102574"/>
                  </a:lnTo>
                  <a:lnTo>
                    <a:pt x="1719182" y="1106496"/>
                  </a:lnTo>
                  <a:lnTo>
                    <a:pt x="1724011" y="1110002"/>
                  </a:lnTo>
                  <a:lnTo>
                    <a:pt x="1728840" y="1113120"/>
                  </a:lnTo>
                  <a:lnTo>
                    <a:pt x="1733669" y="1115875"/>
                  </a:lnTo>
                  <a:lnTo>
                    <a:pt x="1738498" y="1118294"/>
                  </a:lnTo>
                  <a:lnTo>
                    <a:pt x="1743328" y="1120401"/>
                  </a:lnTo>
                  <a:lnTo>
                    <a:pt x="1748157" y="1122222"/>
                  </a:lnTo>
                  <a:lnTo>
                    <a:pt x="1752986" y="1123783"/>
                  </a:lnTo>
                  <a:lnTo>
                    <a:pt x="1757815" y="1125113"/>
                  </a:lnTo>
                  <a:lnTo>
                    <a:pt x="1762644" y="1126241"/>
                  </a:lnTo>
                  <a:lnTo>
                    <a:pt x="1767473" y="1127199"/>
                  </a:lnTo>
                  <a:lnTo>
                    <a:pt x="1772303" y="1128016"/>
                  </a:lnTo>
                  <a:lnTo>
                    <a:pt x="1777132" y="1128725"/>
                  </a:lnTo>
                  <a:lnTo>
                    <a:pt x="1781961" y="1129362"/>
                  </a:lnTo>
                  <a:lnTo>
                    <a:pt x="1786790" y="1129955"/>
                  </a:lnTo>
                  <a:lnTo>
                    <a:pt x="1791619" y="1130528"/>
                  </a:lnTo>
                  <a:lnTo>
                    <a:pt x="1796448" y="1131099"/>
                  </a:lnTo>
                  <a:lnTo>
                    <a:pt x="1801278" y="1131683"/>
                  </a:lnTo>
                  <a:lnTo>
                    <a:pt x="1806107" y="1132290"/>
                  </a:lnTo>
                  <a:lnTo>
                    <a:pt x="1810936" y="1132923"/>
                  </a:lnTo>
                  <a:lnTo>
                    <a:pt x="1815765" y="1133581"/>
                  </a:lnTo>
                  <a:lnTo>
                    <a:pt x="1820594" y="1134262"/>
                  </a:lnTo>
                  <a:lnTo>
                    <a:pt x="1825423" y="1134956"/>
                  </a:lnTo>
                  <a:lnTo>
                    <a:pt x="1830253" y="1135655"/>
                  </a:lnTo>
                  <a:lnTo>
                    <a:pt x="1835082" y="1136347"/>
                  </a:lnTo>
                  <a:lnTo>
                    <a:pt x="1839911" y="1137022"/>
                  </a:lnTo>
                  <a:lnTo>
                    <a:pt x="1844740" y="1137670"/>
                  </a:lnTo>
                  <a:lnTo>
                    <a:pt x="1849569" y="1138281"/>
                  </a:lnTo>
                  <a:lnTo>
                    <a:pt x="1854398" y="1138844"/>
                  </a:lnTo>
                  <a:lnTo>
                    <a:pt x="1859228" y="1139357"/>
                  </a:lnTo>
                  <a:lnTo>
                    <a:pt x="1864057" y="1139817"/>
                  </a:lnTo>
                  <a:lnTo>
                    <a:pt x="1868886" y="1140223"/>
                  </a:lnTo>
                  <a:lnTo>
                    <a:pt x="1873715" y="1140575"/>
                  </a:lnTo>
                  <a:lnTo>
                    <a:pt x="1878544" y="1140877"/>
                  </a:lnTo>
                  <a:lnTo>
                    <a:pt x="1883373" y="1141131"/>
                  </a:lnTo>
                  <a:lnTo>
                    <a:pt x="1888203" y="1141342"/>
                  </a:lnTo>
                  <a:lnTo>
                    <a:pt x="1893032" y="1141514"/>
                  </a:lnTo>
                  <a:lnTo>
                    <a:pt x="1897861" y="1141653"/>
                  </a:lnTo>
                  <a:lnTo>
                    <a:pt x="1902690" y="1141763"/>
                  </a:lnTo>
                  <a:lnTo>
                    <a:pt x="1907519" y="1141849"/>
                  </a:lnTo>
                  <a:lnTo>
                    <a:pt x="1912348" y="1141915"/>
                  </a:lnTo>
                  <a:lnTo>
                    <a:pt x="1917178" y="1141965"/>
                  </a:lnTo>
                  <a:lnTo>
                    <a:pt x="1922007" y="1142003"/>
                  </a:lnTo>
                  <a:lnTo>
                    <a:pt x="1926836" y="1142030"/>
                  </a:lnTo>
                  <a:lnTo>
                    <a:pt x="1931665" y="114205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50744" y="2515874"/>
              <a:ext cx="2692586" cy="1254665"/>
            </a:xfrm>
            <a:custGeom>
              <a:avLst/>
              <a:pathLst>
                <a:path w="2692586" h="1254665">
                  <a:moveTo>
                    <a:pt x="0" y="1254570"/>
                  </a:moveTo>
                  <a:lnTo>
                    <a:pt x="2962" y="1254565"/>
                  </a:lnTo>
                  <a:lnTo>
                    <a:pt x="5924" y="1254555"/>
                  </a:lnTo>
                  <a:lnTo>
                    <a:pt x="8886" y="1254541"/>
                  </a:lnTo>
                  <a:lnTo>
                    <a:pt x="11848" y="1254522"/>
                  </a:lnTo>
                  <a:lnTo>
                    <a:pt x="14810" y="1254498"/>
                  </a:lnTo>
                  <a:lnTo>
                    <a:pt x="17772" y="1254469"/>
                  </a:lnTo>
                  <a:lnTo>
                    <a:pt x="20734" y="1254436"/>
                  </a:lnTo>
                  <a:lnTo>
                    <a:pt x="23697" y="1254398"/>
                  </a:lnTo>
                  <a:lnTo>
                    <a:pt x="26659" y="1254355"/>
                  </a:lnTo>
                  <a:lnTo>
                    <a:pt x="29621" y="1254308"/>
                  </a:lnTo>
                  <a:lnTo>
                    <a:pt x="32583" y="1254256"/>
                  </a:lnTo>
                  <a:lnTo>
                    <a:pt x="35545" y="1254201"/>
                  </a:lnTo>
                  <a:lnTo>
                    <a:pt x="38507" y="1254141"/>
                  </a:lnTo>
                  <a:lnTo>
                    <a:pt x="41469" y="1254079"/>
                  </a:lnTo>
                  <a:lnTo>
                    <a:pt x="44432" y="1254014"/>
                  </a:lnTo>
                  <a:lnTo>
                    <a:pt x="47394" y="1253947"/>
                  </a:lnTo>
                  <a:lnTo>
                    <a:pt x="50356" y="1253880"/>
                  </a:lnTo>
                  <a:lnTo>
                    <a:pt x="53318" y="1253813"/>
                  </a:lnTo>
                  <a:lnTo>
                    <a:pt x="56280" y="1253747"/>
                  </a:lnTo>
                  <a:lnTo>
                    <a:pt x="59242" y="1253683"/>
                  </a:lnTo>
                  <a:lnTo>
                    <a:pt x="62204" y="1253621"/>
                  </a:lnTo>
                  <a:lnTo>
                    <a:pt x="65167" y="1253563"/>
                  </a:lnTo>
                  <a:lnTo>
                    <a:pt x="68129" y="1253510"/>
                  </a:lnTo>
                  <a:lnTo>
                    <a:pt x="71091" y="1253462"/>
                  </a:lnTo>
                  <a:lnTo>
                    <a:pt x="74053" y="1253419"/>
                  </a:lnTo>
                  <a:lnTo>
                    <a:pt x="77015" y="1253382"/>
                  </a:lnTo>
                  <a:lnTo>
                    <a:pt x="79977" y="1253352"/>
                  </a:lnTo>
                  <a:lnTo>
                    <a:pt x="82939" y="1253328"/>
                  </a:lnTo>
                  <a:lnTo>
                    <a:pt x="85902" y="1253310"/>
                  </a:lnTo>
                  <a:lnTo>
                    <a:pt x="88864" y="1253298"/>
                  </a:lnTo>
                  <a:lnTo>
                    <a:pt x="91826" y="1253291"/>
                  </a:lnTo>
                  <a:lnTo>
                    <a:pt x="94788" y="1253288"/>
                  </a:lnTo>
                  <a:lnTo>
                    <a:pt x="97750" y="1253289"/>
                  </a:lnTo>
                  <a:lnTo>
                    <a:pt x="100712" y="1253292"/>
                  </a:lnTo>
                  <a:lnTo>
                    <a:pt x="103674" y="1253296"/>
                  </a:lnTo>
                  <a:lnTo>
                    <a:pt x="106637" y="1253301"/>
                  </a:lnTo>
                  <a:lnTo>
                    <a:pt x="109599" y="1253305"/>
                  </a:lnTo>
                  <a:lnTo>
                    <a:pt x="112561" y="1253308"/>
                  </a:lnTo>
                  <a:lnTo>
                    <a:pt x="115523" y="1253308"/>
                  </a:lnTo>
                  <a:lnTo>
                    <a:pt x="118485" y="1253305"/>
                  </a:lnTo>
                  <a:lnTo>
                    <a:pt x="121447" y="1253298"/>
                  </a:lnTo>
                  <a:lnTo>
                    <a:pt x="124409" y="1253287"/>
                  </a:lnTo>
                  <a:lnTo>
                    <a:pt x="127372" y="1253273"/>
                  </a:lnTo>
                  <a:lnTo>
                    <a:pt x="130334" y="1253255"/>
                  </a:lnTo>
                  <a:lnTo>
                    <a:pt x="133296" y="1253235"/>
                  </a:lnTo>
                  <a:lnTo>
                    <a:pt x="136258" y="1253213"/>
                  </a:lnTo>
                  <a:lnTo>
                    <a:pt x="139220" y="1253190"/>
                  </a:lnTo>
                  <a:lnTo>
                    <a:pt x="142182" y="1253167"/>
                  </a:lnTo>
                  <a:lnTo>
                    <a:pt x="145144" y="1253147"/>
                  </a:lnTo>
                  <a:lnTo>
                    <a:pt x="148107" y="1253130"/>
                  </a:lnTo>
                  <a:lnTo>
                    <a:pt x="151069" y="1253117"/>
                  </a:lnTo>
                  <a:lnTo>
                    <a:pt x="154031" y="1253110"/>
                  </a:lnTo>
                  <a:lnTo>
                    <a:pt x="156993" y="1253110"/>
                  </a:lnTo>
                  <a:lnTo>
                    <a:pt x="159955" y="1253118"/>
                  </a:lnTo>
                  <a:lnTo>
                    <a:pt x="162917" y="1253134"/>
                  </a:lnTo>
                  <a:lnTo>
                    <a:pt x="165879" y="1253159"/>
                  </a:lnTo>
                  <a:lnTo>
                    <a:pt x="168842" y="1253192"/>
                  </a:lnTo>
                  <a:lnTo>
                    <a:pt x="171804" y="1253233"/>
                  </a:lnTo>
                  <a:lnTo>
                    <a:pt x="174766" y="1253281"/>
                  </a:lnTo>
                  <a:lnTo>
                    <a:pt x="177728" y="1253335"/>
                  </a:lnTo>
                  <a:lnTo>
                    <a:pt x="180690" y="1253394"/>
                  </a:lnTo>
                  <a:lnTo>
                    <a:pt x="183652" y="1253455"/>
                  </a:lnTo>
                  <a:lnTo>
                    <a:pt x="186614" y="1253518"/>
                  </a:lnTo>
                  <a:lnTo>
                    <a:pt x="189577" y="1253580"/>
                  </a:lnTo>
                  <a:lnTo>
                    <a:pt x="192539" y="1253641"/>
                  </a:lnTo>
                  <a:lnTo>
                    <a:pt x="195501" y="1253697"/>
                  </a:lnTo>
                  <a:lnTo>
                    <a:pt x="198463" y="1253748"/>
                  </a:lnTo>
                  <a:lnTo>
                    <a:pt x="201425" y="1253790"/>
                  </a:lnTo>
                  <a:lnTo>
                    <a:pt x="204387" y="1253825"/>
                  </a:lnTo>
                  <a:lnTo>
                    <a:pt x="207349" y="1253849"/>
                  </a:lnTo>
                  <a:lnTo>
                    <a:pt x="210312" y="1253864"/>
                  </a:lnTo>
                  <a:lnTo>
                    <a:pt x="213274" y="1253867"/>
                  </a:lnTo>
                  <a:lnTo>
                    <a:pt x="216236" y="1253861"/>
                  </a:lnTo>
                  <a:lnTo>
                    <a:pt x="219198" y="1253844"/>
                  </a:lnTo>
                  <a:lnTo>
                    <a:pt x="222160" y="1253817"/>
                  </a:lnTo>
                  <a:lnTo>
                    <a:pt x="225122" y="1253781"/>
                  </a:lnTo>
                  <a:lnTo>
                    <a:pt x="228084" y="1253738"/>
                  </a:lnTo>
                  <a:lnTo>
                    <a:pt x="231046" y="1253688"/>
                  </a:lnTo>
                  <a:lnTo>
                    <a:pt x="234009" y="1253634"/>
                  </a:lnTo>
                  <a:lnTo>
                    <a:pt x="236971" y="1253576"/>
                  </a:lnTo>
                  <a:lnTo>
                    <a:pt x="239933" y="1253518"/>
                  </a:lnTo>
                  <a:lnTo>
                    <a:pt x="242895" y="1253460"/>
                  </a:lnTo>
                  <a:lnTo>
                    <a:pt x="245857" y="1253404"/>
                  </a:lnTo>
                  <a:lnTo>
                    <a:pt x="248819" y="1253352"/>
                  </a:lnTo>
                  <a:lnTo>
                    <a:pt x="251781" y="1253306"/>
                  </a:lnTo>
                  <a:lnTo>
                    <a:pt x="254744" y="1253267"/>
                  </a:lnTo>
                  <a:lnTo>
                    <a:pt x="257706" y="1253235"/>
                  </a:lnTo>
                  <a:lnTo>
                    <a:pt x="260668" y="1253212"/>
                  </a:lnTo>
                  <a:lnTo>
                    <a:pt x="263630" y="1253198"/>
                  </a:lnTo>
                  <a:lnTo>
                    <a:pt x="266592" y="1253192"/>
                  </a:lnTo>
                  <a:lnTo>
                    <a:pt x="269554" y="1253195"/>
                  </a:lnTo>
                  <a:lnTo>
                    <a:pt x="272516" y="1253206"/>
                  </a:lnTo>
                  <a:lnTo>
                    <a:pt x="275479" y="1253224"/>
                  </a:lnTo>
                  <a:lnTo>
                    <a:pt x="278441" y="1253249"/>
                  </a:lnTo>
                  <a:lnTo>
                    <a:pt x="281403" y="1253279"/>
                  </a:lnTo>
                  <a:lnTo>
                    <a:pt x="284365" y="1253313"/>
                  </a:lnTo>
                  <a:lnTo>
                    <a:pt x="287327" y="1253349"/>
                  </a:lnTo>
                  <a:lnTo>
                    <a:pt x="290289" y="1253387"/>
                  </a:lnTo>
                  <a:lnTo>
                    <a:pt x="293251" y="1253425"/>
                  </a:lnTo>
                  <a:lnTo>
                    <a:pt x="296214" y="1253463"/>
                  </a:lnTo>
                  <a:lnTo>
                    <a:pt x="299176" y="1253500"/>
                  </a:lnTo>
                  <a:lnTo>
                    <a:pt x="302138" y="1253534"/>
                  </a:lnTo>
                  <a:lnTo>
                    <a:pt x="305100" y="1253567"/>
                  </a:lnTo>
                  <a:lnTo>
                    <a:pt x="308062" y="1253597"/>
                  </a:lnTo>
                  <a:lnTo>
                    <a:pt x="311024" y="1253626"/>
                  </a:lnTo>
                  <a:lnTo>
                    <a:pt x="313986" y="1253652"/>
                  </a:lnTo>
                  <a:lnTo>
                    <a:pt x="316949" y="1253678"/>
                  </a:lnTo>
                  <a:lnTo>
                    <a:pt x="319911" y="1253703"/>
                  </a:lnTo>
                  <a:lnTo>
                    <a:pt x="322873" y="1253727"/>
                  </a:lnTo>
                  <a:lnTo>
                    <a:pt x="325835" y="1253753"/>
                  </a:lnTo>
                  <a:lnTo>
                    <a:pt x="328797" y="1253780"/>
                  </a:lnTo>
                  <a:lnTo>
                    <a:pt x="331759" y="1253808"/>
                  </a:lnTo>
                  <a:lnTo>
                    <a:pt x="334721" y="1253839"/>
                  </a:lnTo>
                  <a:lnTo>
                    <a:pt x="337684" y="1253872"/>
                  </a:lnTo>
                  <a:lnTo>
                    <a:pt x="340646" y="1253908"/>
                  </a:lnTo>
                  <a:lnTo>
                    <a:pt x="343608" y="1253946"/>
                  </a:lnTo>
                  <a:lnTo>
                    <a:pt x="346570" y="1253987"/>
                  </a:lnTo>
                  <a:lnTo>
                    <a:pt x="349532" y="1254030"/>
                  </a:lnTo>
                  <a:lnTo>
                    <a:pt x="352494" y="1254074"/>
                  </a:lnTo>
                  <a:lnTo>
                    <a:pt x="355456" y="1254119"/>
                  </a:lnTo>
                  <a:lnTo>
                    <a:pt x="358419" y="1254165"/>
                  </a:lnTo>
                  <a:lnTo>
                    <a:pt x="361381" y="1254211"/>
                  </a:lnTo>
                  <a:lnTo>
                    <a:pt x="364343" y="1254255"/>
                  </a:lnTo>
                  <a:lnTo>
                    <a:pt x="367305" y="1254299"/>
                  </a:lnTo>
                  <a:lnTo>
                    <a:pt x="370267" y="1254340"/>
                  </a:lnTo>
                  <a:lnTo>
                    <a:pt x="373229" y="1254380"/>
                  </a:lnTo>
                  <a:lnTo>
                    <a:pt x="376191" y="1254416"/>
                  </a:lnTo>
                  <a:lnTo>
                    <a:pt x="379154" y="1254450"/>
                  </a:lnTo>
                  <a:lnTo>
                    <a:pt x="382116" y="1254480"/>
                  </a:lnTo>
                  <a:lnTo>
                    <a:pt x="385078" y="1254506"/>
                  </a:lnTo>
                  <a:lnTo>
                    <a:pt x="388040" y="1254529"/>
                  </a:lnTo>
                  <a:lnTo>
                    <a:pt x="391002" y="1254548"/>
                  </a:lnTo>
                  <a:lnTo>
                    <a:pt x="393964" y="1254562"/>
                  </a:lnTo>
                  <a:lnTo>
                    <a:pt x="396926" y="1254573"/>
                  </a:lnTo>
                  <a:lnTo>
                    <a:pt x="399889" y="1254579"/>
                  </a:lnTo>
                  <a:lnTo>
                    <a:pt x="402851" y="1254581"/>
                  </a:lnTo>
                  <a:lnTo>
                    <a:pt x="405813" y="1254579"/>
                  </a:lnTo>
                  <a:lnTo>
                    <a:pt x="408775" y="1254572"/>
                  </a:lnTo>
                  <a:lnTo>
                    <a:pt x="411737" y="1254560"/>
                  </a:lnTo>
                  <a:lnTo>
                    <a:pt x="414699" y="1254543"/>
                  </a:lnTo>
                  <a:lnTo>
                    <a:pt x="417661" y="1254521"/>
                  </a:lnTo>
                  <a:lnTo>
                    <a:pt x="420624" y="1254493"/>
                  </a:lnTo>
                  <a:lnTo>
                    <a:pt x="423586" y="1254459"/>
                  </a:lnTo>
                  <a:lnTo>
                    <a:pt x="426548" y="1254419"/>
                  </a:lnTo>
                  <a:lnTo>
                    <a:pt x="429510" y="1254372"/>
                  </a:lnTo>
                  <a:lnTo>
                    <a:pt x="432472" y="1254320"/>
                  </a:lnTo>
                  <a:lnTo>
                    <a:pt x="435434" y="1254260"/>
                  </a:lnTo>
                  <a:lnTo>
                    <a:pt x="438396" y="1254194"/>
                  </a:lnTo>
                  <a:lnTo>
                    <a:pt x="441358" y="1254123"/>
                  </a:lnTo>
                  <a:lnTo>
                    <a:pt x="444321" y="1254046"/>
                  </a:lnTo>
                  <a:lnTo>
                    <a:pt x="447283" y="1253964"/>
                  </a:lnTo>
                  <a:lnTo>
                    <a:pt x="450245" y="1253878"/>
                  </a:lnTo>
                  <a:lnTo>
                    <a:pt x="453207" y="1253790"/>
                  </a:lnTo>
                  <a:lnTo>
                    <a:pt x="456169" y="1253701"/>
                  </a:lnTo>
                  <a:lnTo>
                    <a:pt x="459131" y="1253611"/>
                  </a:lnTo>
                  <a:lnTo>
                    <a:pt x="462093" y="1253522"/>
                  </a:lnTo>
                  <a:lnTo>
                    <a:pt x="465056" y="1253436"/>
                  </a:lnTo>
                  <a:lnTo>
                    <a:pt x="468018" y="1253353"/>
                  </a:lnTo>
                  <a:lnTo>
                    <a:pt x="470980" y="1253276"/>
                  </a:lnTo>
                  <a:lnTo>
                    <a:pt x="473942" y="1253206"/>
                  </a:lnTo>
                  <a:lnTo>
                    <a:pt x="476904" y="1253143"/>
                  </a:lnTo>
                  <a:lnTo>
                    <a:pt x="479866" y="1253089"/>
                  </a:lnTo>
                  <a:lnTo>
                    <a:pt x="482828" y="1253044"/>
                  </a:lnTo>
                  <a:lnTo>
                    <a:pt x="485791" y="1253009"/>
                  </a:lnTo>
                  <a:lnTo>
                    <a:pt x="488753" y="1252982"/>
                  </a:lnTo>
                  <a:lnTo>
                    <a:pt x="491715" y="1252963"/>
                  </a:lnTo>
                  <a:lnTo>
                    <a:pt x="494677" y="1252953"/>
                  </a:lnTo>
                  <a:lnTo>
                    <a:pt x="497639" y="1252950"/>
                  </a:lnTo>
                  <a:lnTo>
                    <a:pt x="500601" y="1252953"/>
                  </a:lnTo>
                  <a:lnTo>
                    <a:pt x="503563" y="1252960"/>
                  </a:lnTo>
                  <a:lnTo>
                    <a:pt x="506526" y="1252971"/>
                  </a:lnTo>
                  <a:lnTo>
                    <a:pt x="509488" y="1252983"/>
                  </a:lnTo>
                  <a:lnTo>
                    <a:pt x="512450" y="1252996"/>
                  </a:lnTo>
                  <a:lnTo>
                    <a:pt x="515412" y="1253007"/>
                  </a:lnTo>
                  <a:lnTo>
                    <a:pt x="518374" y="1253014"/>
                  </a:lnTo>
                  <a:lnTo>
                    <a:pt x="521336" y="1253017"/>
                  </a:lnTo>
                  <a:lnTo>
                    <a:pt x="524298" y="1253014"/>
                  </a:lnTo>
                  <a:lnTo>
                    <a:pt x="527261" y="1253004"/>
                  </a:lnTo>
                  <a:lnTo>
                    <a:pt x="530223" y="1252985"/>
                  </a:lnTo>
                  <a:lnTo>
                    <a:pt x="533185" y="1252958"/>
                  </a:lnTo>
                  <a:lnTo>
                    <a:pt x="536147" y="1252921"/>
                  </a:lnTo>
                  <a:lnTo>
                    <a:pt x="539109" y="1252874"/>
                  </a:lnTo>
                  <a:lnTo>
                    <a:pt x="542071" y="1252817"/>
                  </a:lnTo>
                  <a:lnTo>
                    <a:pt x="545033" y="1252750"/>
                  </a:lnTo>
                  <a:lnTo>
                    <a:pt x="547996" y="1252673"/>
                  </a:lnTo>
                  <a:lnTo>
                    <a:pt x="550958" y="1252586"/>
                  </a:lnTo>
                  <a:lnTo>
                    <a:pt x="553920" y="1252489"/>
                  </a:lnTo>
                  <a:lnTo>
                    <a:pt x="556882" y="1252385"/>
                  </a:lnTo>
                  <a:lnTo>
                    <a:pt x="559844" y="1252275"/>
                  </a:lnTo>
                  <a:lnTo>
                    <a:pt x="562806" y="1252159"/>
                  </a:lnTo>
                  <a:lnTo>
                    <a:pt x="565768" y="1252040"/>
                  </a:lnTo>
                  <a:lnTo>
                    <a:pt x="568731" y="1251919"/>
                  </a:lnTo>
                  <a:lnTo>
                    <a:pt x="571693" y="1251798"/>
                  </a:lnTo>
                  <a:lnTo>
                    <a:pt x="574655" y="1251677"/>
                  </a:lnTo>
                  <a:lnTo>
                    <a:pt x="577617" y="1251560"/>
                  </a:lnTo>
                  <a:lnTo>
                    <a:pt x="580579" y="1251445"/>
                  </a:lnTo>
                  <a:lnTo>
                    <a:pt x="583541" y="1251336"/>
                  </a:lnTo>
                  <a:lnTo>
                    <a:pt x="586503" y="1251232"/>
                  </a:lnTo>
                  <a:lnTo>
                    <a:pt x="589466" y="1251134"/>
                  </a:lnTo>
                  <a:lnTo>
                    <a:pt x="592428" y="1251042"/>
                  </a:lnTo>
                  <a:lnTo>
                    <a:pt x="595390" y="1250955"/>
                  </a:lnTo>
                  <a:lnTo>
                    <a:pt x="598352" y="1250873"/>
                  </a:lnTo>
                  <a:lnTo>
                    <a:pt x="601314" y="1250795"/>
                  </a:lnTo>
                  <a:lnTo>
                    <a:pt x="604276" y="1250720"/>
                  </a:lnTo>
                  <a:lnTo>
                    <a:pt x="607238" y="1250645"/>
                  </a:lnTo>
                  <a:lnTo>
                    <a:pt x="610201" y="1250571"/>
                  </a:lnTo>
                  <a:lnTo>
                    <a:pt x="613163" y="1250496"/>
                  </a:lnTo>
                  <a:lnTo>
                    <a:pt x="616125" y="1250419"/>
                  </a:lnTo>
                  <a:lnTo>
                    <a:pt x="619087" y="1250340"/>
                  </a:lnTo>
                  <a:lnTo>
                    <a:pt x="622049" y="1250257"/>
                  </a:lnTo>
                  <a:lnTo>
                    <a:pt x="625011" y="1250171"/>
                  </a:lnTo>
                  <a:lnTo>
                    <a:pt x="627973" y="1250082"/>
                  </a:lnTo>
                  <a:lnTo>
                    <a:pt x="630936" y="1249991"/>
                  </a:lnTo>
                  <a:lnTo>
                    <a:pt x="633898" y="1249899"/>
                  </a:lnTo>
                  <a:lnTo>
                    <a:pt x="636860" y="1249807"/>
                  </a:lnTo>
                  <a:lnTo>
                    <a:pt x="639822" y="1249716"/>
                  </a:lnTo>
                  <a:lnTo>
                    <a:pt x="642784" y="1249629"/>
                  </a:lnTo>
                  <a:lnTo>
                    <a:pt x="645746" y="1249547"/>
                  </a:lnTo>
                  <a:lnTo>
                    <a:pt x="648708" y="1249471"/>
                  </a:lnTo>
                  <a:lnTo>
                    <a:pt x="651671" y="1249404"/>
                  </a:lnTo>
                  <a:lnTo>
                    <a:pt x="654633" y="1249346"/>
                  </a:lnTo>
                  <a:lnTo>
                    <a:pt x="657595" y="1249297"/>
                  </a:lnTo>
                  <a:lnTo>
                    <a:pt x="660557" y="1249258"/>
                  </a:lnTo>
                  <a:lnTo>
                    <a:pt x="663519" y="1249230"/>
                  </a:lnTo>
                  <a:lnTo>
                    <a:pt x="666481" y="1249211"/>
                  </a:lnTo>
                  <a:lnTo>
                    <a:pt x="669443" y="1249200"/>
                  </a:lnTo>
                  <a:lnTo>
                    <a:pt x="672405" y="1249195"/>
                  </a:lnTo>
                  <a:lnTo>
                    <a:pt x="675368" y="1249194"/>
                  </a:lnTo>
                  <a:lnTo>
                    <a:pt x="678330" y="1249195"/>
                  </a:lnTo>
                  <a:lnTo>
                    <a:pt x="681292" y="1249193"/>
                  </a:lnTo>
                  <a:lnTo>
                    <a:pt x="684254" y="1249185"/>
                  </a:lnTo>
                  <a:lnTo>
                    <a:pt x="687216" y="1249169"/>
                  </a:lnTo>
                  <a:lnTo>
                    <a:pt x="690178" y="1249141"/>
                  </a:lnTo>
                  <a:lnTo>
                    <a:pt x="693140" y="1249096"/>
                  </a:lnTo>
                  <a:lnTo>
                    <a:pt x="696103" y="1249034"/>
                  </a:lnTo>
                  <a:lnTo>
                    <a:pt x="699065" y="1248950"/>
                  </a:lnTo>
                  <a:lnTo>
                    <a:pt x="702027" y="1248842"/>
                  </a:lnTo>
                  <a:lnTo>
                    <a:pt x="704989" y="1248709"/>
                  </a:lnTo>
                  <a:lnTo>
                    <a:pt x="707951" y="1248549"/>
                  </a:lnTo>
                  <a:lnTo>
                    <a:pt x="710913" y="1248360"/>
                  </a:lnTo>
                  <a:lnTo>
                    <a:pt x="713875" y="1248144"/>
                  </a:lnTo>
                  <a:lnTo>
                    <a:pt x="716838" y="1247903"/>
                  </a:lnTo>
                  <a:lnTo>
                    <a:pt x="719800" y="1247637"/>
                  </a:lnTo>
                  <a:lnTo>
                    <a:pt x="722762" y="1247348"/>
                  </a:lnTo>
                  <a:lnTo>
                    <a:pt x="725724" y="1247039"/>
                  </a:lnTo>
                  <a:lnTo>
                    <a:pt x="728686" y="1246713"/>
                  </a:lnTo>
                  <a:lnTo>
                    <a:pt x="731648" y="1246372"/>
                  </a:lnTo>
                  <a:lnTo>
                    <a:pt x="734610" y="1246019"/>
                  </a:lnTo>
                  <a:lnTo>
                    <a:pt x="737573" y="1245657"/>
                  </a:lnTo>
                  <a:lnTo>
                    <a:pt x="740535" y="1245287"/>
                  </a:lnTo>
                  <a:lnTo>
                    <a:pt x="743497" y="1244912"/>
                  </a:lnTo>
                  <a:lnTo>
                    <a:pt x="746459" y="1244534"/>
                  </a:lnTo>
                  <a:lnTo>
                    <a:pt x="749421" y="1244154"/>
                  </a:lnTo>
                  <a:lnTo>
                    <a:pt x="752383" y="1243773"/>
                  </a:lnTo>
                  <a:lnTo>
                    <a:pt x="755345" y="1243392"/>
                  </a:lnTo>
                  <a:lnTo>
                    <a:pt x="758308" y="1243010"/>
                  </a:lnTo>
                  <a:lnTo>
                    <a:pt x="761270" y="1242628"/>
                  </a:lnTo>
                  <a:lnTo>
                    <a:pt x="764232" y="1242246"/>
                  </a:lnTo>
                  <a:lnTo>
                    <a:pt x="767194" y="1241863"/>
                  </a:lnTo>
                  <a:lnTo>
                    <a:pt x="770156" y="1241481"/>
                  </a:lnTo>
                  <a:lnTo>
                    <a:pt x="773118" y="1241099"/>
                  </a:lnTo>
                  <a:lnTo>
                    <a:pt x="776080" y="1240719"/>
                  </a:lnTo>
                  <a:lnTo>
                    <a:pt x="779043" y="1240340"/>
                  </a:lnTo>
                  <a:lnTo>
                    <a:pt x="782005" y="1239965"/>
                  </a:lnTo>
                  <a:lnTo>
                    <a:pt x="784967" y="1239594"/>
                  </a:lnTo>
                  <a:lnTo>
                    <a:pt x="787929" y="1239231"/>
                  </a:lnTo>
                  <a:lnTo>
                    <a:pt x="790891" y="1238879"/>
                  </a:lnTo>
                  <a:lnTo>
                    <a:pt x="793853" y="1238537"/>
                  </a:lnTo>
                  <a:lnTo>
                    <a:pt x="796815" y="1238210"/>
                  </a:lnTo>
                  <a:lnTo>
                    <a:pt x="799778" y="1237899"/>
                  </a:lnTo>
                  <a:lnTo>
                    <a:pt x="802740" y="1237605"/>
                  </a:lnTo>
                  <a:lnTo>
                    <a:pt x="805702" y="1237329"/>
                  </a:lnTo>
                  <a:lnTo>
                    <a:pt x="808664" y="1237072"/>
                  </a:lnTo>
                  <a:lnTo>
                    <a:pt x="811626" y="1236832"/>
                  </a:lnTo>
                  <a:lnTo>
                    <a:pt x="814588" y="1236610"/>
                  </a:lnTo>
                  <a:lnTo>
                    <a:pt x="817550" y="1236402"/>
                  </a:lnTo>
                  <a:lnTo>
                    <a:pt x="820513" y="1236206"/>
                  </a:lnTo>
                  <a:lnTo>
                    <a:pt x="823475" y="1236018"/>
                  </a:lnTo>
                  <a:lnTo>
                    <a:pt x="826437" y="1235833"/>
                  </a:lnTo>
                  <a:lnTo>
                    <a:pt x="829399" y="1235646"/>
                  </a:lnTo>
                  <a:lnTo>
                    <a:pt x="832361" y="1235450"/>
                  </a:lnTo>
                  <a:lnTo>
                    <a:pt x="835323" y="1235239"/>
                  </a:lnTo>
                  <a:lnTo>
                    <a:pt x="838285" y="1235009"/>
                  </a:lnTo>
                  <a:lnTo>
                    <a:pt x="841248" y="1234752"/>
                  </a:lnTo>
                  <a:lnTo>
                    <a:pt x="844210" y="1234464"/>
                  </a:lnTo>
                  <a:lnTo>
                    <a:pt x="847172" y="1234140"/>
                  </a:lnTo>
                  <a:lnTo>
                    <a:pt x="850134" y="1233776"/>
                  </a:lnTo>
                  <a:lnTo>
                    <a:pt x="853096" y="1233367"/>
                  </a:lnTo>
                  <a:lnTo>
                    <a:pt x="856058" y="1232911"/>
                  </a:lnTo>
                  <a:lnTo>
                    <a:pt x="859020" y="1232407"/>
                  </a:lnTo>
                  <a:lnTo>
                    <a:pt x="861983" y="1231853"/>
                  </a:lnTo>
                  <a:lnTo>
                    <a:pt x="864945" y="1231248"/>
                  </a:lnTo>
                  <a:lnTo>
                    <a:pt x="867907" y="1230590"/>
                  </a:lnTo>
                  <a:lnTo>
                    <a:pt x="870869" y="1229884"/>
                  </a:lnTo>
                  <a:lnTo>
                    <a:pt x="873831" y="1229131"/>
                  </a:lnTo>
                  <a:lnTo>
                    <a:pt x="876793" y="1228336"/>
                  </a:lnTo>
                  <a:lnTo>
                    <a:pt x="879755" y="1227500"/>
                  </a:lnTo>
                  <a:lnTo>
                    <a:pt x="882717" y="1226628"/>
                  </a:lnTo>
                  <a:lnTo>
                    <a:pt x="885680" y="1225723"/>
                  </a:lnTo>
                  <a:lnTo>
                    <a:pt x="888642" y="1224790"/>
                  </a:lnTo>
                  <a:lnTo>
                    <a:pt x="891604" y="1223835"/>
                  </a:lnTo>
                  <a:lnTo>
                    <a:pt x="894566" y="1222862"/>
                  </a:lnTo>
                  <a:lnTo>
                    <a:pt x="897528" y="1221878"/>
                  </a:lnTo>
                  <a:lnTo>
                    <a:pt x="900490" y="1220886"/>
                  </a:lnTo>
                  <a:lnTo>
                    <a:pt x="903452" y="1219895"/>
                  </a:lnTo>
                  <a:lnTo>
                    <a:pt x="906415" y="1218910"/>
                  </a:lnTo>
                  <a:lnTo>
                    <a:pt x="909377" y="1217937"/>
                  </a:lnTo>
                  <a:lnTo>
                    <a:pt x="912339" y="1216981"/>
                  </a:lnTo>
                  <a:lnTo>
                    <a:pt x="915301" y="1216048"/>
                  </a:lnTo>
                  <a:lnTo>
                    <a:pt x="918263" y="1215139"/>
                  </a:lnTo>
                  <a:lnTo>
                    <a:pt x="921225" y="1214260"/>
                  </a:lnTo>
                  <a:lnTo>
                    <a:pt x="924187" y="1213412"/>
                  </a:lnTo>
                  <a:lnTo>
                    <a:pt x="927150" y="1212595"/>
                  </a:lnTo>
                  <a:lnTo>
                    <a:pt x="930112" y="1211809"/>
                  </a:lnTo>
                  <a:lnTo>
                    <a:pt x="933074" y="1211053"/>
                  </a:lnTo>
                  <a:lnTo>
                    <a:pt x="936036" y="1210324"/>
                  </a:lnTo>
                  <a:lnTo>
                    <a:pt x="938998" y="1209618"/>
                  </a:lnTo>
                  <a:lnTo>
                    <a:pt x="941960" y="1208930"/>
                  </a:lnTo>
                  <a:lnTo>
                    <a:pt x="944922" y="1208256"/>
                  </a:lnTo>
                  <a:lnTo>
                    <a:pt x="947885" y="1207587"/>
                  </a:lnTo>
                  <a:lnTo>
                    <a:pt x="950847" y="1206916"/>
                  </a:lnTo>
                  <a:lnTo>
                    <a:pt x="953809" y="1206236"/>
                  </a:lnTo>
                  <a:lnTo>
                    <a:pt x="956771" y="1205540"/>
                  </a:lnTo>
                  <a:lnTo>
                    <a:pt x="959733" y="1204821"/>
                  </a:lnTo>
                  <a:lnTo>
                    <a:pt x="962695" y="1204072"/>
                  </a:lnTo>
                  <a:lnTo>
                    <a:pt x="965657" y="1203289"/>
                  </a:lnTo>
                  <a:lnTo>
                    <a:pt x="968620" y="1202464"/>
                  </a:lnTo>
                  <a:lnTo>
                    <a:pt x="971582" y="1201593"/>
                  </a:lnTo>
                  <a:lnTo>
                    <a:pt x="974544" y="1200673"/>
                  </a:lnTo>
                  <a:lnTo>
                    <a:pt x="977506" y="1199700"/>
                  </a:lnTo>
                  <a:lnTo>
                    <a:pt x="980468" y="1198671"/>
                  </a:lnTo>
                  <a:lnTo>
                    <a:pt x="983430" y="1197583"/>
                  </a:lnTo>
                  <a:lnTo>
                    <a:pt x="986392" y="1196434"/>
                  </a:lnTo>
                  <a:lnTo>
                    <a:pt x="989355" y="1195227"/>
                  </a:lnTo>
                  <a:lnTo>
                    <a:pt x="992317" y="1193964"/>
                  </a:lnTo>
                  <a:lnTo>
                    <a:pt x="995279" y="1192647"/>
                  </a:lnTo>
                  <a:lnTo>
                    <a:pt x="998241" y="1191277"/>
                  </a:lnTo>
                  <a:lnTo>
                    <a:pt x="1001203" y="1189859"/>
                  </a:lnTo>
                  <a:lnTo>
                    <a:pt x="1004165" y="1188396"/>
                  </a:lnTo>
                  <a:lnTo>
                    <a:pt x="1007127" y="1186893"/>
                  </a:lnTo>
                  <a:lnTo>
                    <a:pt x="1010090" y="1185354"/>
                  </a:lnTo>
                  <a:lnTo>
                    <a:pt x="1013052" y="1183784"/>
                  </a:lnTo>
                  <a:lnTo>
                    <a:pt x="1016014" y="1182189"/>
                  </a:lnTo>
                  <a:lnTo>
                    <a:pt x="1018976" y="1180572"/>
                  </a:lnTo>
                  <a:lnTo>
                    <a:pt x="1021938" y="1178938"/>
                  </a:lnTo>
                  <a:lnTo>
                    <a:pt x="1024900" y="1177290"/>
                  </a:lnTo>
                  <a:lnTo>
                    <a:pt x="1027862" y="1175632"/>
                  </a:lnTo>
                  <a:lnTo>
                    <a:pt x="1030825" y="1173965"/>
                  </a:lnTo>
                  <a:lnTo>
                    <a:pt x="1033787" y="1172289"/>
                  </a:lnTo>
                  <a:lnTo>
                    <a:pt x="1036749" y="1170605"/>
                  </a:lnTo>
                  <a:lnTo>
                    <a:pt x="1039711" y="1168910"/>
                  </a:lnTo>
                  <a:lnTo>
                    <a:pt x="1042673" y="1167204"/>
                  </a:lnTo>
                  <a:lnTo>
                    <a:pt x="1045635" y="1165482"/>
                  </a:lnTo>
                  <a:lnTo>
                    <a:pt x="1048597" y="1163743"/>
                  </a:lnTo>
                  <a:lnTo>
                    <a:pt x="1051560" y="1161983"/>
                  </a:lnTo>
                  <a:lnTo>
                    <a:pt x="1054522" y="1160201"/>
                  </a:lnTo>
                  <a:lnTo>
                    <a:pt x="1057484" y="1158392"/>
                  </a:lnTo>
                  <a:lnTo>
                    <a:pt x="1060446" y="1156557"/>
                  </a:lnTo>
                  <a:lnTo>
                    <a:pt x="1063408" y="1154693"/>
                  </a:lnTo>
                  <a:lnTo>
                    <a:pt x="1066370" y="1152804"/>
                  </a:lnTo>
                  <a:lnTo>
                    <a:pt x="1069332" y="1150893"/>
                  </a:lnTo>
                  <a:lnTo>
                    <a:pt x="1072295" y="1148964"/>
                  </a:lnTo>
                  <a:lnTo>
                    <a:pt x="1075257" y="1147023"/>
                  </a:lnTo>
                  <a:lnTo>
                    <a:pt x="1078219" y="1145077"/>
                  </a:lnTo>
                  <a:lnTo>
                    <a:pt x="1081181" y="1143135"/>
                  </a:lnTo>
                  <a:lnTo>
                    <a:pt x="1084143" y="1141206"/>
                  </a:lnTo>
                  <a:lnTo>
                    <a:pt x="1087105" y="1139299"/>
                  </a:lnTo>
                  <a:lnTo>
                    <a:pt x="1090067" y="1137426"/>
                  </a:lnTo>
                  <a:lnTo>
                    <a:pt x="1093030" y="1135597"/>
                  </a:lnTo>
                  <a:lnTo>
                    <a:pt x="1095992" y="1133821"/>
                  </a:lnTo>
                  <a:lnTo>
                    <a:pt x="1098954" y="1132111"/>
                  </a:lnTo>
                  <a:lnTo>
                    <a:pt x="1101916" y="1130481"/>
                  </a:lnTo>
                  <a:lnTo>
                    <a:pt x="1104878" y="1128936"/>
                  </a:lnTo>
                  <a:lnTo>
                    <a:pt x="1107840" y="1127482"/>
                  </a:lnTo>
                  <a:lnTo>
                    <a:pt x="1110802" y="1126125"/>
                  </a:lnTo>
                  <a:lnTo>
                    <a:pt x="1113764" y="1124870"/>
                  </a:lnTo>
                  <a:lnTo>
                    <a:pt x="1116727" y="1123718"/>
                  </a:lnTo>
                  <a:lnTo>
                    <a:pt x="1119689" y="1122670"/>
                  </a:lnTo>
                  <a:lnTo>
                    <a:pt x="1122651" y="1121726"/>
                  </a:lnTo>
                  <a:lnTo>
                    <a:pt x="1125613" y="1120880"/>
                  </a:lnTo>
                  <a:lnTo>
                    <a:pt x="1128575" y="1120129"/>
                  </a:lnTo>
                  <a:lnTo>
                    <a:pt x="1131537" y="1119462"/>
                  </a:lnTo>
                  <a:lnTo>
                    <a:pt x="1134499" y="1118872"/>
                  </a:lnTo>
                  <a:lnTo>
                    <a:pt x="1137462" y="1118345"/>
                  </a:lnTo>
                  <a:lnTo>
                    <a:pt x="1140424" y="1117868"/>
                  </a:lnTo>
                  <a:lnTo>
                    <a:pt x="1143386" y="1117422"/>
                  </a:lnTo>
                  <a:lnTo>
                    <a:pt x="1146348" y="1116987"/>
                  </a:lnTo>
                  <a:lnTo>
                    <a:pt x="1149310" y="1116544"/>
                  </a:lnTo>
                  <a:lnTo>
                    <a:pt x="1152272" y="1116074"/>
                  </a:lnTo>
                  <a:lnTo>
                    <a:pt x="1155234" y="1115554"/>
                  </a:lnTo>
                  <a:lnTo>
                    <a:pt x="1158197" y="1114967"/>
                  </a:lnTo>
                  <a:lnTo>
                    <a:pt x="1161159" y="1114292"/>
                  </a:lnTo>
                  <a:lnTo>
                    <a:pt x="1164121" y="1113512"/>
                  </a:lnTo>
                  <a:lnTo>
                    <a:pt x="1167083" y="1112611"/>
                  </a:lnTo>
                  <a:lnTo>
                    <a:pt x="1170045" y="1111573"/>
                  </a:lnTo>
                  <a:lnTo>
                    <a:pt x="1173007" y="1110388"/>
                  </a:lnTo>
                  <a:lnTo>
                    <a:pt x="1175969" y="1109046"/>
                  </a:lnTo>
                  <a:lnTo>
                    <a:pt x="1178932" y="1107534"/>
                  </a:lnTo>
                  <a:lnTo>
                    <a:pt x="1181894" y="1105851"/>
                  </a:lnTo>
                  <a:lnTo>
                    <a:pt x="1184856" y="1104005"/>
                  </a:lnTo>
                  <a:lnTo>
                    <a:pt x="1187818" y="1102002"/>
                  </a:lnTo>
                  <a:lnTo>
                    <a:pt x="1190780" y="1099851"/>
                  </a:lnTo>
                  <a:lnTo>
                    <a:pt x="1193742" y="1097563"/>
                  </a:lnTo>
                  <a:lnTo>
                    <a:pt x="1196704" y="1095153"/>
                  </a:lnTo>
                  <a:lnTo>
                    <a:pt x="1199667" y="1092639"/>
                  </a:lnTo>
                  <a:lnTo>
                    <a:pt x="1202629" y="1090042"/>
                  </a:lnTo>
                  <a:lnTo>
                    <a:pt x="1205591" y="1087382"/>
                  </a:lnTo>
                  <a:lnTo>
                    <a:pt x="1208553" y="1084685"/>
                  </a:lnTo>
                  <a:lnTo>
                    <a:pt x="1211515" y="1081976"/>
                  </a:lnTo>
                  <a:lnTo>
                    <a:pt x="1214477" y="1079281"/>
                  </a:lnTo>
                  <a:lnTo>
                    <a:pt x="1217439" y="1076628"/>
                  </a:lnTo>
                  <a:lnTo>
                    <a:pt x="1220402" y="1074049"/>
                  </a:lnTo>
                  <a:lnTo>
                    <a:pt x="1223364" y="1071568"/>
                  </a:lnTo>
                  <a:lnTo>
                    <a:pt x="1226326" y="1069207"/>
                  </a:lnTo>
                  <a:lnTo>
                    <a:pt x="1229288" y="1066988"/>
                  </a:lnTo>
                  <a:lnTo>
                    <a:pt x="1232250" y="1064931"/>
                  </a:lnTo>
                  <a:lnTo>
                    <a:pt x="1235212" y="1063051"/>
                  </a:lnTo>
                  <a:lnTo>
                    <a:pt x="1238174" y="1061359"/>
                  </a:lnTo>
                  <a:lnTo>
                    <a:pt x="1241137" y="1059864"/>
                  </a:lnTo>
                  <a:lnTo>
                    <a:pt x="1244099" y="1058568"/>
                  </a:lnTo>
                  <a:lnTo>
                    <a:pt x="1247061" y="1057471"/>
                  </a:lnTo>
                  <a:lnTo>
                    <a:pt x="1250023" y="1056568"/>
                  </a:lnTo>
                  <a:lnTo>
                    <a:pt x="1252985" y="1055847"/>
                  </a:lnTo>
                  <a:lnTo>
                    <a:pt x="1255947" y="1055295"/>
                  </a:lnTo>
                  <a:lnTo>
                    <a:pt x="1258909" y="1054904"/>
                  </a:lnTo>
                  <a:lnTo>
                    <a:pt x="1261872" y="1054636"/>
                  </a:lnTo>
                  <a:lnTo>
                    <a:pt x="1264834" y="1054467"/>
                  </a:lnTo>
                  <a:lnTo>
                    <a:pt x="1267796" y="1054370"/>
                  </a:lnTo>
                  <a:lnTo>
                    <a:pt x="1270758" y="1054319"/>
                  </a:lnTo>
                  <a:lnTo>
                    <a:pt x="1273720" y="1054287"/>
                  </a:lnTo>
                  <a:lnTo>
                    <a:pt x="1276682" y="1054247"/>
                  </a:lnTo>
                  <a:lnTo>
                    <a:pt x="1279644" y="1054174"/>
                  </a:lnTo>
                  <a:lnTo>
                    <a:pt x="1282607" y="1054048"/>
                  </a:lnTo>
                  <a:lnTo>
                    <a:pt x="1285569" y="1053848"/>
                  </a:lnTo>
                  <a:lnTo>
                    <a:pt x="1288531" y="1053559"/>
                  </a:lnTo>
                  <a:lnTo>
                    <a:pt x="1291493" y="1053168"/>
                  </a:lnTo>
                  <a:lnTo>
                    <a:pt x="1294455" y="1052669"/>
                  </a:lnTo>
                  <a:lnTo>
                    <a:pt x="1297417" y="1052047"/>
                  </a:lnTo>
                  <a:lnTo>
                    <a:pt x="1300379" y="1051313"/>
                  </a:lnTo>
                  <a:lnTo>
                    <a:pt x="1303342" y="1050473"/>
                  </a:lnTo>
                  <a:lnTo>
                    <a:pt x="1306304" y="1049534"/>
                  </a:lnTo>
                  <a:lnTo>
                    <a:pt x="1309266" y="1048509"/>
                  </a:lnTo>
                  <a:lnTo>
                    <a:pt x="1312228" y="1047410"/>
                  </a:lnTo>
                  <a:lnTo>
                    <a:pt x="1315190" y="1046254"/>
                  </a:lnTo>
                  <a:lnTo>
                    <a:pt x="1318152" y="1045058"/>
                  </a:lnTo>
                  <a:lnTo>
                    <a:pt x="1321114" y="1043837"/>
                  </a:lnTo>
                  <a:lnTo>
                    <a:pt x="1324076" y="1042608"/>
                  </a:lnTo>
                  <a:lnTo>
                    <a:pt x="1327039" y="1041388"/>
                  </a:lnTo>
                  <a:lnTo>
                    <a:pt x="1330001" y="1040191"/>
                  </a:lnTo>
                  <a:lnTo>
                    <a:pt x="1332963" y="1039029"/>
                  </a:lnTo>
                  <a:lnTo>
                    <a:pt x="1335925" y="1037918"/>
                  </a:lnTo>
                  <a:lnTo>
                    <a:pt x="1338887" y="1036864"/>
                  </a:lnTo>
                  <a:lnTo>
                    <a:pt x="1341849" y="1035872"/>
                  </a:lnTo>
                  <a:lnTo>
                    <a:pt x="1344811" y="1034945"/>
                  </a:lnTo>
                  <a:lnTo>
                    <a:pt x="1347774" y="1034084"/>
                  </a:lnTo>
                  <a:lnTo>
                    <a:pt x="1350736" y="1033290"/>
                  </a:lnTo>
                  <a:lnTo>
                    <a:pt x="1353698" y="1032561"/>
                  </a:lnTo>
                  <a:lnTo>
                    <a:pt x="1356660" y="1031894"/>
                  </a:lnTo>
                  <a:lnTo>
                    <a:pt x="1359622" y="1031286"/>
                  </a:lnTo>
                  <a:lnTo>
                    <a:pt x="1362584" y="1030736"/>
                  </a:lnTo>
                  <a:lnTo>
                    <a:pt x="1365546" y="1030241"/>
                  </a:lnTo>
                  <a:lnTo>
                    <a:pt x="1368509" y="1029800"/>
                  </a:lnTo>
                  <a:lnTo>
                    <a:pt x="1371471" y="1029412"/>
                  </a:lnTo>
                  <a:lnTo>
                    <a:pt x="1374433" y="1029079"/>
                  </a:lnTo>
                  <a:lnTo>
                    <a:pt x="1377395" y="1028803"/>
                  </a:lnTo>
                  <a:lnTo>
                    <a:pt x="1380357" y="1028584"/>
                  </a:lnTo>
                  <a:lnTo>
                    <a:pt x="1383319" y="1028425"/>
                  </a:lnTo>
                  <a:lnTo>
                    <a:pt x="1386281" y="1028327"/>
                  </a:lnTo>
                  <a:lnTo>
                    <a:pt x="1389244" y="1028294"/>
                  </a:lnTo>
                  <a:lnTo>
                    <a:pt x="1392206" y="1028328"/>
                  </a:lnTo>
                  <a:lnTo>
                    <a:pt x="1395168" y="1028430"/>
                  </a:lnTo>
                  <a:lnTo>
                    <a:pt x="1398130" y="1028601"/>
                  </a:lnTo>
                  <a:lnTo>
                    <a:pt x="1401092" y="1028841"/>
                  </a:lnTo>
                  <a:lnTo>
                    <a:pt x="1404054" y="1029150"/>
                  </a:lnTo>
                  <a:lnTo>
                    <a:pt x="1407016" y="1029526"/>
                  </a:lnTo>
                  <a:lnTo>
                    <a:pt x="1409979" y="1029969"/>
                  </a:lnTo>
                  <a:lnTo>
                    <a:pt x="1412941" y="1030480"/>
                  </a:lnTo>
                  <a:lnTo>
                    <a:pt x="1415903" y="1031061"/>
                  </a:lnTo>
                  <a:lnTo>
                    <a:pt x="1418865" y="1031710"/>
                  </a:lnTo>
                  <a:lnTo>
                    <a:pt x="1421827" y="1032429"/>
                  </a:lnTo>
                  <a:lnTo>
                    <a:pt x="1424789" y="1033223"/>
                  </a:lnTo>
                  <a:lnTo>
                    <a:pt x="1427751" y="1034097"/>
                  </a:lnTo>
                  <a:lnTo>
                    <a:pt x="1430714" y="1035058"/>
                  </a:lnTo>
                  <a:lnTo>
                    <a:pt x="1433676" y="1036115"/>
                  </a:lnTo>
                  <a:lnTo>
                    <a:pt x="1436638" y="1037277"/>
                  </a:lnTo>
                  <a:lnTo>
                    <a:pt x="1439600" y="1038552"/>
                  </a:lnTo>
                  <a:lnTo>
                    <a:pt x="1442562" y="1039950"/>
                  </a:lnTo>
                  <a:lnTo>
                    <a:pt x="1445524" y="1041478"/>
                  </a:lnTo>
                  <a:lnTo>
                    <a:pt x="1448486" y="1043142"/>
                  </a:lnTo>
                  <a:lnTo>
                    <a:pt x="1451449" y="1044946"/>
                  </a:lnTo>
                  <a:lnTo>
                    <a:pt x="1454411" y="1046902"/>
                  </a:lnTo>
                  <a:lnTo>
                    <a:pt x="1457373" y="1048995"/>
                  </a:lnTo>
                  <a:lnTo>
                    <a:pt x="1460335" y="1051218"/>
                  </a:lnTo>
                  <a:lnTo>
                    <a:pt x="1463297" y="1053561"/>
                  </a:lnTo>
                  <a:lnTo>
                    <a:pt x="1466259" y="1056011"/>
                  </a:lnTo>
                  <a:lnTo>
                    <a:pt x="1469221" y="1058553"/>
                  </a:lnTo>
                  <a:lnTo>
                    <a:pt x="1472184" y="1061169"/>
                  </a:lnTo>
                  <a:lnTo>
                    <a:pt x="1475146" y="1063840"/>
                  </a:lnTo>
                  <a:lnTo>
                    <a:pt x="1478108" y="1066545"/>
                  </a:lnTo>
                  <a:lnTo>
                    <a:pt x="1481070" y="1069266"/>
                  </a:lnTo>
                  <a:lnTo>
                    <a:pt x="1484032" y="1071981"/>
                  </a:lnTo>
                  <a:lnTo>
                    <a:pt x="1486994" y="1074672"/>
                  </a:lnTo>
                  <a:lnTo>
                    <a:pt x="1489956" y="1077322"/>
                  </a:lnTo>
                  <a:lnTo>
                    <a:pt x="1492919" y="1079911"/>
                  </a:lnTo>
                  <a:lnTo>
                    <a:pt x="1495881" y="1082426"/>
                  </a:lnTo>
                  <a:lnTo>
                    <a:pt x="1498843" y="1084859"/>
                  </a:lnTo>
                  <a:lnTo>
                    <a:pt x="1501805" y="1087201"/>
                  </a:lnTo>
                  <a:lnTo>
                    <a:pt x="1504767" y="1089445"/>
                  </a:lnTo>
                  <a:lnTo>
                    <a:pt x="1507729" y="1091586"/>
                  </a:lnTo>
                  <a:lnTo>
                    <a:pt x="1510691" y="1093619"/>
                  </a:lnTo>
                  <a:lnTo>
                    <a:pt x="1513654" y="1095542"/>
                  </a:lnTo>
                  <a:lnTo>
                    <a:pt x="1516616" y="1097352"/>
                  </a:lnTo>
                  <a:lnTo>
                    <a:pt x="1519578" y="1099046"/>
                  </a:lnTo>
                  <a:lnTo>
                    <a:pt x="1522540" y="1100622"/>
                  </a:lnTo>
                  <a:lnTo>
                    <a:pt x="1525502" y="1102076"/>
                  </a:lnTo>
                  <a:lnTo>
                    <a:pt x="1528464" y="1103407"/>
                  </a:lnTo>
                  <a:lnTo>
                    <a:pt x="1531426" y="1104603"/>
                  </a:lnTo>
                  <a:lnTo>
                    <a:pt x="1534389" y="1105663"/>
                  </a:lnTo>
                  <a:lnTo>
                    <a:pt x="1537351" y="1106588"/>
                  </a:lnTo>
                  <a:lnTo>
                    <a:pt x="1540313" y="1107375"/>
                  </a:lnTo>
                  <a:lnTo>
                    <a:pt x="1543275" y="1108022"/>
                  </a:lnTo>
                  <a:lnTo>
                    <a:pt x="1546237" y="1108525"/>
                  </a:lnTo>
                  <a:lnTo>
                    <a:pt x="1549199" y="1108883"/>
                  </a:lnTo>
                  <a:lnTo>
                    <a:pt x="1552161" y="1109094"/>
                  </a:lnTo>
                  <a:lnTo>
                    <a:pt x="1555123" y="1109160"/>
                  </a:lnTo>
                  <a:lnTo>
                    <a:pt x="1558086" y="1109078"/>
                  </a:lnTo>
                  <a:lnTo>
                    <a:pt x="1561048" y="1108851"/>
                  </a:lnTo>
                  <a:lnTo>
                    <a:pt x="1564010" y="1108477"/>
                  </a:lnTo>
                  <a:lnTo>
                    <a:pt x="1566972" y="1107958"/>
                  </a:lnTo>
                  <a:lnTo>
                    <a:pt x="1569934" y="1107287"/>
                  </a:lnTo>
                  <a:lnTo>
                    <a:pt x="1572896" y="1106461"/>
                  </a:lnTo>
                  <a:lnTo>
                    <a:pt x="1575858" y="1105484"/>
                  </a:lnTo>
                  <a:lnTo>
                    <a:pt x="1578821" y="1104352"/>
                  </a:lnTo>
                  <a:lnTo>
                    <a:pt x="1581783" y="1103060"/>
                  </a:lnTo>
                  <a:lnTo>
                    <a:pt x="1584745" y="1101599"/>
                  </a:lnTo>
                  <a:lnTo>
                    <a:pt x="1587707" y="1099962"/>
                  </a:lnTo>
                  <a:lnTo>
                    <a:pt x="1590669" y="1098138"/>
                  </a:lnTo>
                  <a:lnTo>
                    <a:pt x="1593631" y="1096118"/>
                  </a:lnTo>
                  <a:lnTo>
                    <a:pt x="1596593" y="1093891"/>
                  </a:lnTo>
                  <a:lnTo>
                    <a:pt x="1599556" y="1091447"/>
                  </a:lnTo>
                  <a:lnTo>
                    <a:pt x="1602518" y="1088778"/>
                  </a:lnTo>
                  <a:lnTo>
                    <a:pt x="1605480" y="1085877"/>
                  </a:lnTo>
                  <a:lnTo>
                    <a:pt x="1608442" y="1082735"/>
                  </a:lnTo>
                  <a:lnTo>
                    <a:pt x="1611404" y="1079338"/>
                  </a:lnTo>
                  <a:lnTo>
                    <a:pt x="1614366" y="1075707"/>
                  </a:lnTo>
                  <a:lnTo>
                    <a:pt x="1617328" y="1071849"/>
                  </a:lnTo>
                  <a:lnTo>
                    <a:pt x="1620291" y="1067774"/>
                  </a:lnTo>
                  <a:lnTo>
                    <a:pt x="1623253" y="1063497"/>
                  </a:lnTo>
                  <a:lnTo>
                    <a:pt x="1626215" y="1059037"/>
                  </a:lnTo>
                  <a:lnTo>
                    <a:pt x="1629177" y="1054414"/>
                  </a:lnTo>
                  <a:lnTo>
                    <a:pt x="1632139" y="1049653"/>
                  </a:lnTo>
                  <a:lnTo>
                    <a:pt x="1635101" y="1044778"/>
                  </a:lnTo>
                  <a:lnTo>
                    <a:pt x="1638063" y="1039814"/>
                  </a:lnTo>
                  <a:lnTo>
                    <a:pt x="1641026" y="1034786"/>
                  </a:lnTo>
                  <a:lnTo>
                    <a:pt x="1643988" y="1029716"/>
                  </a:lnTo>
                  <a:lnTo>
                    <a:pt x="1646950" y="1024626"/>
                  </a:lnTo>
                  <a:lnTo>
                    <a:pt x="1649912" y="1019533"/>
                  </a:lnTo>
                  <a:lnTo>
                    <a:pt x="1652874" y="1014448"/>
                  </a:lnTo>
                  <a:lnTo>
                    <a:pt x="1655836" y="1009376"/>
                  </a:lnTo>
                  <a:lnTo>
                    <a:pt x="1658798" y="1004314"/>
                  </a:lnTo>
                  <a:lnTo>
                    <a:pt x="1661761" y="999255"/>
                  </a:lnTo>
                  <a:lnTo>
                    <a:pt x="1664723" y="994182"/>
                  </a:lnTo>
                  <a:lnTo>
                    <a:pt x="1667685" y="989075"/>
                  </a:lnTo>
                  <a:lnTo>
                    <a:pt x="1670647" y="983905"/>
                  </a:lnTo>
                  <a:lnTo>
                    <a:pt x="1673609" y="978640"/>
                  </a:lnTo>
                  <a:lnTo>
                    <a:pt x="1676571" y="973241"/>
                  </a:lnTo>
                  <a:lnTo>
                    <a:pt x="1679533" y="967668"/>
                  </a:lnTo>
                  <a:lnTo>
                    <a:pt x="1682496" y="961876"/>
                  </a:lnTo>
                  <a:lnTo>
                    <a:pt x="1685458" y="955821"/>
                  </a:lnTo>
                  <a:lnTo>
                    <a:pt x="1688420" y="949430"/>
                  </a:lnTo>
                  <a:lnTo>
                    <a:pt x="1691382" y="942672"/>
                  </a:lnTo>
                  <a:lnTo>
                    <a:pt x="1694344" y="935511"/>
                  </a:lnTo>
                  <a:lnTo>
                    <a:pt x="1697306" y="927910"/>
                  </a:lnTo>
                  <a:lnTo>
                    <a:pt x="1700268" y="919835"/>
                  </a:lnTo>
                  <a:lnTo>
                    <a:pt x="1703231" y="911259"/>
                  </a:lnTo>
                  <a:lnTo>
                    <a:pt x="1706193" y="902159"/>
                  </a:lnTo>
                  <a:lnTo>
                    <a:pt x="1709155" y="892519"/>
                  </a:lnTo>
                  <a:lnTo>
                    <a:pt x="1712117" y="882329"/>
                  </a:lnTo>
                  <a:lnTo>
                    <a:pt x="1715079" y="871583"/>
                  </a:lnTo>
                  <a:lnTo>
                    <a:pt x="1718041" y="860281"/>
                  </a:lnTo>
                  <a:lnTo>
                    <a:pt x="1721003" y="848430"/>
                  </a:lnTo>
                  <a:lnTo>
                    <a:pt x="1723966" y="836039"/>
                  </a:lnTo>
                  <a:lnTo>
                    <a:pt x="1726928" y="823093"/>
                  </a:lnTo>
                  <a:lnTo>
                    <a:pt x="1729890" y="809619"/>
                  </a:lnTo>
                  <a:lnTo>
                    <a:pt x="1732852" y="795654"/>
                  </a:lnTo>
                  <a:lnTo>
                    <a:pt x="1735814" y="781215"/>
                  </a:lnTo>
                  <a:lnTo>
                    <a:pt x="1738776" y="766320"/>
                  </a:lnTo>
                  <a:lnTo>
                    <a:pt x="1741738" y="750983"/>
                  </a:lnTo>
                  <a:lnTo>
                    <a:pt x="1744701" y="735218"/>
                  </a:lnTo>
                  <a:lnTo>
                    <a:pt x="1747663" y="719038"/>
                  </a:lnTo>
                  <a:lnTo>
                    <a:pt x="1750625" y="702449"/>
                  </a:lnTo>
                  <a:lnTo>
                    <a:pt x="1753587" y="685459"/>
                  </a:lnTo>
                  <a:lnTo>
                    <a:pt x="1756549" y="668069"/>
                  </a:lnTo>
                  <a:lnTo>
                    <a:pt x="1759511" y="650282"/>
                  </a:lnTo>
                  <a:lnTo>
                    <a:pt x="1762473" y="632096"/>
                  </a:lnTo>
                  <a:lnTo>
                    <a:pt x="1765435" y="613495"/>
                  </a:lnTo>
                  <a:lnTo>
                    <a:pt x="1768398" y="594470"/>
                  </a:lnTo>
                  <a:lnTo>
                    <a:pt x="1771360" y="575042"/>
                  </a:lnTo>
                  <a:lnTo>
                    <a:pt x="1774322" y="555215"/>
                  </a:lnTo>
                  <a:lnTo>
                    <a:pt x="1777284" y="534996"/>
                  </a:lnTo>
                  <a:lnTo>
                    <a:pt x="1780246" y="514395"/>
                  </a:lnTo>
                  <a:lnTo>
                    <a:pt x="1783208" y="493431"/>
                  </a:lnTo>
                  <a:lnTo>
                    <a:pt x="1786170" y="472127"/>
                  </a:lnTo>
                  <a:lnTo>
                    <a:pt x="1789133" y="450516"/>
                  </a:lnTo>
                  <a:lnTo>
                    <a:pt x="1792095" y="428635"/>
                  </a:lnTo>
                  <a:lnTo>
                    <a:pt x="1795057" y="406532"/>
                  </a:lnTo>
                  <a:lnTo>
                    <a:pt x="1798019" y="384262"/>
                  </a:lnTo>
                  <a:lnTo>
                    <a:pt x="1800981" y="361885"/>
                  </a:lnTo>
                  <a:lnTo>
                    <a:pt x="1803943" y="339473"/>
                  </a:lnTo>
                  <a:lnTo>
                    <a:pt x="1806905" y="317111"/>
                  </a:lnTo>
                  <a:lnTo>
                    <a:pt x="1809868" y="294883"/>
                  </a:lnTo>
                  <a:lnTo>
                    <a:pt x="1812830" y="272876"/>
                  </a:lnTo>
                  <a:lnTo>
                    <a:pt x="1815792" y="251178"/>
                  </a:lnTo>
                  <a:lnTo>
                    <a:pt x="1818754" y="229878"/>
                  </a:lnTo>
                  <a:lnTo>
                    <a:pt x="1821716" y="209067"/>
                  </a:lnTo>
                  <a:lnTo>
                    <a:pt x="1824678" y="188835"/>
                  </a:lnTo>
                  <a:lnTo>
                    <a:pt x="1827640" y="169271"/>
                  </a:lnTo>
                  <a:lnTo>
                    <a:pt x="1830603" y="150461"/>
                  </a:lnTo>
                  <a:lnTo>
                    <a:pt x="1833565" y="132486"/>
                  </a:lnTo>
                  <a:lnTo>
                    <a:pt x="1836527" y="115425"/>
                  </a:lnTo>
                  <a:lnTo>
                    <a:pt x="1839489" y="99351"/>
                  </a:lnTo>
                  <a:lnTo>
                    <a:pt x="1842451" y="84329"/>
                  </a:lnTo>
                  <a:lnTo>
                    <a:pt x="1845413" y="70520"/>
                  </a:lnTo>
                  <a:lnTo>
                    <a:pt x="1848375" y="57885"/>
                  </a:lnTo>
                  <a:lnTo>
                    <a:pt x="1851338" y="46460"/>
                  </a:lnTo>
                  <a:lnTo>
                    <a:pt x="1854300" y="36276"/>
                  </a:lnTo>
                  <a:lnTo>
                    <a:pt x="1857262" y="27354"/>
                  </a:lnTo>
                  <a:lnTo>
                    <a:pt x="1860224" y="19706"/>
                  </a:lnTo>
                  <a:lnTo>
                    <a:pt x="1863186" y="13332"/>
                  </a:lnTo>
                  <a:lnTo>
                    <a:pt x="1866148" y="8225"/>
                  </a:lnTo>
                  <a:lnTo>
                    <a:pt x="1869110" y="4368"/>
                  </a:lnTo>
                  <a:lnTo>
                    <a:pt x="1872073" y="1735"/>
                  </a:lnTo>
                  <a:lnTo>
                    <a:pt x="1875035" y="292"/>
                  </a:lnTo>
                  <a:lnTo>
                    <a:pt x="1877997" y="0"/>
                  </a:lnTo>
                  <a:lnTo>
                    <a:pt x="1880959" y="810"/>
                  </a:lnTo>
                  <a:lnTo>
                    <a:pt x="1883921" y="2740"/>
                  </a:lnTo>
                  <a:lnTo>
                    <a:pt x="1886883" y="5677"/>
                  </a:lnTo>
                  <a:lnTo>
                    <a:pt x="1889845" y="9543"/>
                  </a:lnTo>
                  <a:lnTo>
                    <a:pt x="1892808" y="14278"/>
                  </a:lnTo>
                  <a:lnTo>
                    <a:pt x="1895770" y="19826"/>
                  </a:lnTo>
                  <a:lnTo>
                    <a:pt x="1898732" y="26130"/>
                  </a:lnTo>
                  <a:lnTo>
                    <a:pt x="1901694" y="33137"/>
                  </a:lnTo>
                  <a:lnTo>
                    <a:pt x="1904656" y="40794"/>
                  </a:lnTo>
                  <a:lnTo>
                    <a:pt x="1907618" y="49056"/>
                  </a:lnTo>
                  <a:lnTo>
                    <a:pt x="1910580" y="57878"/>
                  </a:lnTo>
                  <a:lnTo>
                    <a:pt x="1913543" y="67221"/>
                  </a:lnTo>
                  <a:lnTo>
                    <a:pt x="1916505" y="77050"/>
                  </a:lnTo>
                  <a:lnTo>
                    <a:pt x="1919467" y="87334"/>
                  </a:lnTo>
                  <a:lnTo>
                    <a:pt x="1922429" y="98067"/>
                  </a:lnTo>
                  <a:lnTo>
                    <a:pt x="1925391" y="109216"/>
                  </a:lnTo>
                  <a:lnTo>
                    <a:pt x="1928353" y="120747"/>
                  </a:lnTo>
                  <a:lnTo>
                    <a:pt x="1931315" y="132641"/>
                  </a:lnTo>
                  <a:lnTo>
                    <a:pt x="1934278" y="144885"/>
                  </a:lnTo>
                  <a:lnTo>
                    <a:pt x="1937240" y="157464"/>
                  </a:lnTo>
                  <a:lnTo>
                    <a:pt x="1940202" y="170365"/>
                  </a:lnTo>
                  <a:lnTo>
                    <a:pt x="1943164" y="183576"/>
                  </a:lnTo>
                  <a:lnTo>
                    <a:pt x="1946126" y="197084"/>
                  </a:lnTo>
                  <a:lnTo>
                    <a:pt x="1949088" y="210876"/>
                  </a:lnTo>
                  <a:lnTo>
                    <a:pt x="1952050" y="224938"/>
                  </a:lnTo>
                  <a:lnTo>
                    <a:pt x="1955013" y="239255"/>
                  </a:lnTo>
                  <a:lnTo>
                    <a:pt x="1957975" y="253809"/>
                  </a:lnTo>
                  <a:lnTo>
                    <a:pt x="1960937" y="268588"/>
                  </a:lnTo>
                  <a:lnTo>
                    <a:pt x="1963899" y="283574"/>
                  </a:lnTo>
                  <a:lnTo>
                    <a:pt x="1966861" y="298731"/>
                  </a:lnTo>
                  <a:lnTo>
                    <a:pt x="1969823" y="314033"/>
                  </a:lnTo>
                  <a:lnTo>
                    <a:pt x="1972785" y="329454"/>
                  </a:lnTo>
                  <a:lnTo>
                    <a:pt x="1975747" y="344965"/>
                  </a:lnTo>
                  <a:lnTo>
                    <a:pt x="1978710" y="360535"/>
                  </a:lnTo>
                  <a:lnTo>
                    <a:pt x="1981672" y="376133"/>
                  </a:lnTo>
                  <a:lnTo>
                    <a:pt x="1984634" y="391725"/>
                  </a:lnTo>
                  <a:lnTo>
                    <a:pt x="1987596" y="407278"/>
                  </a:lnTo>
                  <a:lnTo>
                    <a:pt x="1990558" y="422759"/>
                  </a:lnTo>
                  <a:lnTo>
                    <a:pt x="1993520" y="438133"/>
                  </a:lnTo>
                  <a:lnTo>
                    <a:pt x="1996482" y="453370"/>
                  </a:lnTo>
                  <a:lnTo>
                    <a:pt x="1999445" y="468435"/>
                  </a:lnTo>
                  <a:lnTo>
                    <a:pt x="2002407" y="483284"/>
                  </a:lnTo>
                  <a:lnTo>
                    <a:pt x="2005369" y="497906"/>
                  </a:lnTo>
                  <a:lnTo>
                    <a:pt x="2008331" y="512280"/>
                  </a:lnTo>
                  <a:lnTo>
                    <a:pt x="2011293" y="526388"/>
                  </a:lnTo>
                  <a:lnTo>
                    <a:pt x="2014255" y="540217"/>
                  </a:lnTo>
                  <a:lnTo>
                    <a:pt x="2017217" y="553759"/>
                  </a:lnTo>
                  <a:lnTo>
                    <a:pt x="2020180" y="567010"/>
                  </a:lnTo>
                  <a:lnTo>
                    <a:pt x="2023142" y="579971"/>
                  </a:lnTo>
                  <a:lnTo>
                    <a:pt x="2026104" y="592647"/>
                  </a:lnTo>
                  <a:lnTo>
                    <a:pt x="2029066" y="605046"/>
                  </a:lnTo>
                  <a:lnTo>
                    <a:pt x="2032028" y="617181"/>
                  </a:lnTo>
                  <a:lnTo>
                    <a:pt x="2034990" y="629067"/>
                  </a:lnTo>
                  <a:lnTo>
                    <a:pt x="2037952" y="640722"/>
                  </a:lnTo>
                  <a:lnTo>
                    <a:pt x="2040915" y="652150"/>
                  </a:lnTo>
                  <a:lnTo>
                    <a:pt x="2043877" y="663391"/>
                  </a:lnTo>
                  <a:lnTo>
                    <a:pt x="2046839" y="674464"/>
                  </a:lnTo>
                  <a:lnTo>
                    <a:pt x="2049801" y="685390"/>
                  </a:lnTo>
                  <a:lnTo>
                    <a:pt x="2052763" y="696187"/>
                  </a:lnTo>
                  <a:lnTo>
                    <a:pt x="2055725" y="706870"/>
                  </a:lnTo>
                  <a:lnTo>
                    <a:pt x="2058687" y="717454"/>
                  </a:lnTo>
                  <a:lnTo>
                    <a:pt x="2061650" y="727949"/>
                  </a:lnTo>
                  <a:lnTo>
                    <a:pt x="2064612" y="738362"/>
                  </a:lnTo>
                  <a:lnTo>
                    <a:pt x="2067574" y="748698"/>
                  </a:lnTo>
                  <a:lnTo>
                    <a:pt x="2070536" y="758958"/>
                  </a:lnTo>
                  <a:lnTo>
                    <a:pt x="2073498" y="769141"/>
                  </a:lnTo>
                  <a:lnTo>
                    <a:pt x="2076460" y="779241"/>
                  </a:lnTo>
                  <a:lnTo>
                    <a:pt x="2079422" y="789246"/>
                  </a:lnTo>
                  <a:lnTo>
                    <a:pt x="2082385" y="799149"/>
                  </a:lnTo>
                  <a:lnTo>
                    <a:pt x="2085347" y="808942"/>
                  </a:lnTo>
                  <a:lnTo>
                    <a:pt x="2088309" y="818614"/>
                  </a:lnTo>
                  <a:lnTo>
                    <a:pt x="2091271" y="828155"/>
                  </a:lnTo>
                  <a:lnTo>
                    <a:pt x="2094233" y="837554"/>
                  </a:lnTo>
                  <a:lnTo>
                    <a:pt x="2097195" y="846804"/>
                  </a:lnTo>
                  <a:lnTo>
                    <a:pt x="2100157" y="855896"/>
                  </a:lnTo>
                  <a:lnTo>
                    <a:pt x="2103120" y="864826"/>
                  </a:lnTo>
                  <a:lnTo>
                    <a:pt x="2106082" y="873591"/>
                  </a:lnTo>
                  <a:lnTo>
                    <a:pt x="2109044" y="882189"/>
                  </a:lnTo>
                  <a:lnTo>
                    <a:pt x="2112006" y="890620"/>
                  </a:lnTo>
                  <a:lnTo>
                    <a:pt x="2114968" y="898888"/>
                  </a:lnTo>
                  <a:lnTo>
                    <a:pt x="2117930" y="906988"/>
                  </a:lnTo>
                  <a:lnTo>
                    <a:pt x="2120892" y="914926"/>
                  </a:lnTo>
                  <a:lnTo>
                    <a:pt x="2123855" y="922713"/>
                  </a:lnTo>
                  <a:lnTo>
                    <a:pt x="2126817" y="930353"/>
                  </a:lnTo>
                  <a:lnTo>
                    <a:pt x="2129779" y="937849"/>
                  </a:lnTo>
                  <a:lnTo>
                    <a:pt x="2132741" y="945203"/>
                  </a:lnTo>
                  <a:lnTo>
                    <a:pt x="2135703" y="952414"/>
                  </a:lnTo>
                  <a:lnTo>
                    <a:pt x="2138665" y="959482"/>
                  </a:lnTo>
                  <a:lnTo>
                    <a:pt x="2141627" y="966402"/>
                  </a:lnTo>
                  <a:lnTo>
                    <a:pt x="2144590" y="973170"/>
                  </a:lnTo>
                  <a:lnTo>
                    <a:pt x="2147552" y="979778"/>
                  </a:lnTo>
                  <a:lnTo>
                    <a:pt x="2150514" y="986220"/>
                  </a:lnTo>
                  <a:lnTo>
                    <a:pt x="2153476" y="992488"/>
                  </a:lnTo>
                  <a:lnTo>
                    <a:pt x="2156438" y="998566"/>
                  </a:lnTo>
                  <a:lnTo>
                    <a:pt x="2159400" y="1004441"/>
                  </a:lnTo>
                  <a:lnTo>
                    <a:pt x="2162362" y="1010117"/>
                  </a:lnTo>
                  <a:lnTo>
                    <a:pt x="2165325" y="1015591"/>
                  </a:lnTo>
                  <a:lnTo>
                    <a:pt x="2168287" y="1020858"/>
                  </a:lnTo>
                  <a:lnTo>
                    <a:pt x="2171249" y="1025921"/>
                  </a:lnTo>
                  <a:lnTo>
                    <a:pt x="2174211" y="1030782"/>
                  </a:lnTo>
                  <a:lnTo>
                    <a:pt x="2177173" y="1035448"/>
                  </a:lnTo>
                  <a:lnTo>
                    <a:pt x="2180135" y="1039928"/>
                  </a:lnTo>
                  <a:lnTo>
                    <a:pt x="2183097" y="1044234"/>
                  </a:lnTo>
                  <a:lnTo>
                    <a:pt x="2186060" y="1048383"/>
                  </a:lnTo>
                  <a:lnTo>
                    <a:pt x="2189022" y="1052391"/>
                  </a:lnTo>
                  <a:lnTo>
                    <a:pt x="2191984" y="1056279"/>
                  </a:lnTo>
                  <a:lnTo>
                    <a:pt x="2194946" y="1060068"/>
                  </a:lnTo>
                  <a:lnTo>
                    <a:pt x="2197908" y="1063779"/>
                  </a:lnTo>
                  <a:lnTo>
                    <a:pt x="2200870" y="1067444"/>
                  </a:lnTo>
                  <a:lnTo>
                    <a:pt x="2203832" y="1071086"/>
                  </a:lnTo>
                  <a:lnTo>
                    <a:pt x="2206794" y="1074731"/>
                  </a:lnTo>
                  <a:lnTo>
                    <a:pt x="2209757" y="1078398"/>
                  </a:lnTo>
                  <a:lnTo>
                    <a:pt x="2212719" y="1082110"/>
                  </a:lnTo>
                  <a:lnTo>
                    <a:pt x="2215681" y="1085883"/>
                  </a:lnTo>
                  <a:lnTo>
                    <a:pt x="2218643" y="1089733"/>
                  </a:lnTo>
                  <a:lnTo>
                    <a:pt x="2221605" y="1093672"/>
                  </a:lnTo>
                  <a:lnTo>
                    <a:pt x="2224567" y="1097708"/>
                  </a:lnTo>
                  <a:lnTo>
                    <a:pt x="2227529" y="1101844"/>
                  </a:lnTo>
                  <a:lnTo>
                    <a:pt x="2230492" y="1106081"/>
                  </a:lnTo>
                  <a:lnTo>
                    <a:pt x="2233454" y="1110415"/>
                  </a:lnTo>
                  <a:lnTo>
                    <a:pt x="2236416" y="1114843"/>
                  </a:lnTo>
                  <a:lnTo>
                    <a:pt x="2239378" y="1119346"/>
                  </a:lnTo>
                  <a:lnTo>
                    <a:pt x="2242340" y="1123905"/>
                  </a:lnTo>
                  <a:lnTo>
                    <a:pt x="2245302" y="1128501"/>
                  </a:lnTo>
                  <a:lnTo>
                    <a:pt x="2248264" y="1133114"/>
                  </a:lnTo>
                  <a:lnTo>
                    <a:pt x="2251227" y="1137721"/>
                  </a:lnTo>
                  <a:lnTo>
                    <a:pt x="2254189" y="1142297"/>
                  </a:lnTo>
                  <a:lnTo>
                    <a:pt x="2257151" y="1146821"/>
                  </a:lnTo>
                  <a:lnTo>
                    <a:pt x="2260113" y="1151269"/>
                  </a:lnTo>
                  <a:lnTo>
                    <a:pt x="2263075" y="1155619"/>
                  </a:lnTo>
                  <a:lnTo>
                    <a:pt x="2266037" y="1159852"/>
                  </a:lnTo>
                  <a:lnTo>
                    <a:pt x="2268999" y="1163952"/>
                  </a:lnTo>
                  <a:lnTo>
                    <a:pt x="2271962" y="1167902"/>
                  </a:lnTo>
                  <a:lnTo>
                    <a:pt x="2274924" y="1171681"/>
                  </a:lnTo>
                  <a:lnTo>
                    <a:pt x="2277886" y="1175285"/>
                  </a:lnTo>
                  <a:lnTo>
                    <a:pt x="2280848" y="1178713"/>
                  </a:lnTo>
                  <a:lnTo>
                    <a:pt x="2283810" y="1181962"/>
                  </a:lnTo>
                  <a:lnTo>
                    <a:pt x="2286772" y="1185033"/>
                  </a:lnTo>
                  <a:lnTo>
                    <a:pt x="2289734" y="1187928"/>
                  </a:lnTo>
                  <a:lnTo>
                    <a:pt x="2292697" y="1190650"/>
                  </a:lnTo>
                  <a:lnTo>
                    <a:pt x="2295659" y="1193204"/>
                  </a:lnTo>
                  <a:lnTo>
                    <a:pt x="2298621" y="1195596"/>
                  </a:lnTo>
                  <a:lnTo>
                    <a:pt x="2301583" y="1197833"/>
                  </a:lnTo>
                  <a:lnTo>
                    <a:pt x="2304545" y="1199923"/>
                  </a:lnTo>
                  <a:lnTo>
                    <a:pt x="2307507" y="1201873"/>
                  </a:lnTo>
                  <a:lnTo>
                    <a:pt x="2310469" y="1203692"/>
                  </a:lnTo>
                  <a:lnTo>
                    <a:pt x="2313432" y="1205382"/>
                  </a:lnTo>
                  <a:lnTo>
                    <a:pt x="2316394" y="1206952"/>
                  </a:lnTo>
                  <a:lnTo>
                    <a:pt x="2319356" y="1208417"/>
                  </a:lnTo>
                  <a:lnTo>
                    <a:pt x="2322318" y="1209784"/>
                  </a:lnTo>
                  <a:lnTo>
                    <a:pt x="2325280" y="1211061"/>
                  </a:lnTo>
                  <a:lnTo>
                    <a:pt x="2328242" y="1212257"/>
                  </a:lnTo>
                  <a:lnTo>
                    <a:pt x="2331204" y="1213379"/>
                  </a:lnTo>
                  <a:lnTo>
                    <a:pt x="2334167" y="1214437"/>
                  </a:lnTo>
                  <a:lnTo>
                    <a:pt x="2337129" y="1215437"/>
                  </a:lnTo>
                  <a:lnTo>
                    <a:pt x="2340091" y="1216389"/>
                  </a:lnTo>
                  <a:lnTo>
                    <a:pt x="2343053" y="1217301"/>
                  </a:lnTo>
                  <a:lnTo>
                    <a:pt x="2346015" y="1218180"/>
                  </a:lnTo>
                  <a:lnTo>
                    <a:pt x="2348977" y="1219034"/>
                  </a:lnTo>
                  <a:lnTo>
                    <a:pt x="2351939" y="1219870"/>
                  </a:lnTo>
                  <a:lnTo>
                    <a:pt x="2354902" y="1220695"/>
                  </a:lnTo>
                  <a:lnTo>
                    <a:pt x="2357864" y="1221516"/>
                  </a:lnTo>
                  <a:lnTo>
                    <a:pt x="2360826" y="1222338"/>
                  </a:lnTo>
                  <a:lnTo>
                    <a:pt x="2363788" y="1223166"/>
                  </a:lnTo>
                  <a:lnTo>
                    <a:pt x="2366750" y="1224003"/>
                  </a:lnTo>
                  <a:lnTo>
                    <a:pt x="2369712" y="1224850"/>
                  </a:lnTo>
                  <a:lnTo>
                    <a:pt x="2372674" y="1225711"/>
                  </a:lnTo>
                  <a:lnTo>
                    <a:pt x="2375637" y="1226585"/>
                  </a:lnTo>
                  <a:lnTo>
                    <a:pt x="2378599" y="1227471"/>
                  </a:lnTo>
                  <a:lnTo>
                    <a:pt x="2381561" y="1228370"/>
                  </a:lnTo>
                  <a:lnTo>
                    <a:pt x="2384523" y="1229278"/>
                  </a:lnTo>
                  <a:lnTo>
                    <a:pt x="2387485" y="1230193"/>
                  </a:lnTo>
                  <a:lnTo>
                    <a:pt x="2390447" y="1231112"/>
                  </a:lnTo>
                  <a:lnTo>
                    <a:pt x="2393409" y="1232030"/>
                  </a:lnTo>
                  <a:lnTo>
                    <a:pt x="2396372" y="1232944"/>
                  </a:lnTo>
                  <a:lnTo>
                    <a:pt x="2399334" y="1233849"/>
                  </a:lnTo>
                  <a:lnTo>
                    <a:pt x="2402296" y="1234741"/>
                  </a:lnTo>
                  <a:lnTo>
                    <a:pt x="2405258" y="1235615"/>
                  </a:lnTo>
                  <a:lnTo>
                    <a:pt x="2408220" y="1236468"/>
                  </a:lnTo>
                  <a:lnTo>
                    <a:pt x="2411182" y="1237296"/>
                  </a:lnTo>
                  <a:lnTo>
                    <a:pt x="2414144" y="1238096"/>
                  </a:lnTo>
                  <a:lnTo>
                    <a:pt x="2417106" y="1238865"/>
                  </a:lnTo>
                  <a:lnTo>
                    <a:pt x="2420069" y="1239601"/>
                  </a:lnTo>
                  <a:lnTo>
                    <a:pt x="2423031" y="1240301"/>
                  </a:lnTo>
                  <a:lnTo>
                    <a:pt x="2425993" y="1240965"/>
                  </a:lnTo>
                  <a:lnTo>
                    <a:pt x="2428955" y="1241591"/>
                  </a:lnTo>
                  <a:lnTo>
                    <a:pt x="2431917" y="1242175"/>
                  </a:lnTo>
                  <a:lnTo>
                    <a:pt x="2434879" y="1242720"/>
                  </a:lnTo>
                  <a:lnTo>
                    <a:pt x="2437841" y="1243227"/>
                  </a:lnTo>
                  <a:lnTo>
                    <a:pt x="2440804" y="1243696"/>
                  </a:lnTo>
                  <a:lnTo>
                    <a:pt x="2443766" y="1244129"/>
                  </a:lnTo>
                  <a:lnTo>
                    <a:pt x="2446728" y="1244526"/>
                  </a:lnTo>
                  <a:lnTo>
                    <a:pt x="2449690" y="1244889"/>
                  </a:lnTo>
                  <a:lnTo>
                    <a:pt x="2452652" y="1245221"/>
                  </a:lnTo>
                  <a:lnTo>
                    <a:pt x="2455614" y="1245522"/>
                  </a:lnTo>
                  <a:lnTo>
                    <a:pt x="2458576" y="1245796"/>
                  </a:lnTo>
                  <a:lnTo>
                    <a:pt x="2461539" y="1246045"/>
                  </a:lnTo>
                  <a:lnTo>
                    <a:pt x="2464501" y="1246272"/>
                  </a:lnTo>
                  <a:lnTo>
                    <a:pt x="2467463" y="1246480"/>
                  </a:lnTo>
                  <a:lnTo>
                    <a:pt x="2470425" y="1246670"/>
                  </a:lnTo>
                  <a:lnTo>
                    <a:pt x="2473387" y="1246848"/>
                  </a:lnTo>
                  <a:lnTo>
                    <a:pt x="2476349" y="1247016"/>
                  </a:lnTo>
                  <a:lnTo>
                    <a:pt x="2479311" y="1247177"/>
                  </a:lnTo>
                  <a:lnTo>
                    <a:pt x="2482274" y="1247334"/>
                  </a:lnTo>
                  <a:lnTo>
                    <a:pt x="2485236" y="1247490"/>
                  </a:lnTo>
                  <a:lnTo>
                    <a:pt x="2488198" y="1247647"/>
                  </a:lnTo>
                  <a:lnTo>
                    <a:pt x="2491160" y="1247806"/>
                  </a:lnTo>
                  <a:lnTo>
                    <a:pt x="2494122" y="1247970"/>
                  </a:lnTo>
                  <a:lnTo>
                    <a:pt x="2497084" y="1248139"/>
                  </a:lnTo>
                  <a:lnTo>
                    <a:pt x="2500046" y="1248315"/>
                  </a:lnTo>
                  <a:lnTo>
                    <a:pt x="2503009" y="1248497"/>
                  </a:lnTo>
                  <a:lnTo>
                    <a:pt x="2505971" y="1248685"/>
                  </a:lnTo>
                  <a:lnTo>
                    <a:pt x="2508933" y="1248879"/>
                  </a:lnTo>
                  <a:lnTo>
                    <a:pt x="2511895" y="1249078"/>
                  </a:lnTo>
                  <a:lnTo>
                    <a:pt x="2514857" y="1249280"/>
                  </a:lnTo>
                  <a:lnTo>
                    <a:pt x="2517819" y="1249484"/>
                  </a:lnTo>
                  <a:lnTo>
                    <a:pt x="2520781" y="1249688"/>
                  </a:lnTo>
                  <a:lnTo>
                    <a:pt x="2523744" y="1249890"/>
                  </a:lnTo>
                  <a:lnTo>
                    <a:pt x="2526706" y="1250088"/>
                  </a:lnTo>
                  <a:lnTo>
                    <a:pt x="2529668" y="1250281"/>
                  </a:lnTo>
                  <a:lnTo>
                    <a:pt x="2532630" y="1250467"/>
                  </a:lnTo>
                  <a:lnTo>
                    <a:pt x="2535592" y="1250644"/>
                  </a:lnTo>
                  <a:lnTo>
                    <a:pt x="2538554" y="1250812"/>
                  </a:lnTo>
                  <a:lnTo>
                    <a:pt x="2541516" y="1250969"/>
                  </a:lnTo>
                  <a:lnTo>
                    <a:pt x="2544479" y="1251114"/>
                  </a:lnTo>
                  <a:lnTo>
                    <a:pt x="2547441" y="1251248"/>
                  </a:lnTo>
                  <a:lnTo>
                    <a:pt x="2550403" y="1251369"/>
                  </a:lnTo>
                  <a:lnTo>
                    <a:pt x="2553365" y="1251478"/>
                  </a:lnTo>
                  <a:lnTo>
                    <a:pt x="2556327" y="1251578"/>
                  </a:lnTo>
                  <a:lnTo>
                    <a:pt x="2559289" y="1251667"/>
                  </a:lnTo>
                  <a:lnTo>
                    <a:pt x="2562251" y="1251747"/>
                  </a:lnTo>
                  <a:lnTo>
                    <a:pt x="2565214" y="1251821"/>
                  </a:lnTo>
                  <a:lnTo>
                    <a:pt x="2568176" y="1251888"/>
                  </a:lnTo>
                  <a:lnTo>
                    <a:pt x="2571138" y="1251952"/>
                  </a:lnTo>
                  <a:lnTo>
                    <a:pt x="2574100" y="1252012"/>
                  </a:lnTo>
                  <a:lnTo>
                    <a:pt x="2577062" y="1252071"/>
                  </a:lnTo>
                  <a:lnTo>
                    <a:pt x="2580024" y="1252131"/>
                  </a:lnTo>
                  <a:lnTo>
                    <a:pt x="2582986" y="1252193"/>
                  </a:lnTo>
                  <a:lnTo>
                    <a:pt x="2585949" y="1252258"/>
                  </a:lnTo>
                  <a:lnTo>
                    <a:pt x="2588911" y="1252327"/>
                  </a:lnTo>
                  <a:lnTo>
                    <a:pt x="2591873" y="1252402"/>
                  </a:lnTo>
                  <a:lnTo>
                    <a:pt x="2594835" y="1252482"/>
                  </a:lnTo>
                  <a:lnTo>
                    <a:pt x="2597797" y="1252569"/>
                  </a:lnTo>
                  <a:lnTo>
                    <a:pt x="2600759" y="1252661"/>
                  </a:lnTo>
                  <a:lnTo>
                    <a:pt x="2603721" y="1252759"/>
                  </a:lnTo>
                  <a:lnTo>
                    <a:pt x="2606684" y="1252862"/>
                  </a:lnTo>
                  <a:lnTo>
                    <a:pt x="2609646" y="1252970"/>
                  </a:lnTo>
                  <a:lnTo>
                    <a:pt x="2612608" y="1253081"/>
                  </a:lnTo>
                  <a:lnTo>
                    <a:pt x="2615570" y="1253195"/>
                  </a:lnTo>
                  <a:lnTo>
                    <a:pt x="2618532" y="1253310"/>
                  </a:lnTo>
                  <a:lnTo>
                    <a:pt x="2621494" y="1253425"/>
                  </a:lnTo>
                  <a:lnTo>
                    <a:pt x="2624456" y="1253538"/>
                  </a:lnTo>
                  <a:lnTo>
                    <a:pt x="2627419" y="1253649"/>
                  </a:lnTo>
                  <a:lnTo>
                    <a:pt x="2630381" y="1253756"/>
                  </a:lnTo>
                  <a:lnTo>
                    <a:pt x="2633343" y="1253858"/>
                  </a:lnTo>
                  <a:lnTo>
                    <a:pt x="2636305" y="1253954"/>
                  </a:lnTo>
                  <a:lnTo>
                    <a:pt x="2639267" y="1254044"/>
                  </a:lnTo>
                  <a:lnTo>
                    <a:pt x="2642229" y="1254128"/>
                  </a:lnTo>
                  <a:lnTo>
                    <a:pt x="2645191" y="1254204"/>
                  </a:lnTo>
                  <a:lnTo>
                    <a:pt x="2648153" y="1254273"/>
                  </a:lnTo>
                  <a:lnTo>
                    <a:pt x="2651116" y="1254335"/>
                  </a:lnTo>
                  <a:lnTo>
                    <a:pt x="2654078" y="1254390"/>
                  </a:lnTo>
                  <a:lnTo>
                    <a:pt x="2657040" y="1254438"/>
                  </a:lnTo>
                  <a:lnTo>
                    <a:pt x="2660002" y="1254480"/>
                  </a:lnTo>
                  <a:lnTo>
                    <a:pt x="2662964" y="1254517"/>
                  </a:lnTo>
                  <a:lnTo>
                    <a:pt x="2665926" y="1254547"/>
                  </a:lnTo>
                  <a:lnTo>
                    <a:pt x="2668888" y="1254572"/>
                  </a:lnTo>
                  <a:lnTo>
                    <a:pt x="2671851" y="1254594"/>
                  </a:lnTo>
                  <a:lnTo>
                    <a:pt x="2674813" y="1254611"/>
                  </a:lnTo>
                  <a:lnTo>
                    <a:pt x="2677775" y="1254626"/>
                  </a:lnTo>
                  <a:lnTo>
                    <a:pt x="2680737" y="1254638"/>
                  </a:lnTo>
                  <a:lnTo>
                    <a:pt x="2683699" y="1254647"/>
                  </a:lnTo>
                  <a:lnTo>
                    <a:pt x="2686661" y="1254654"/>
                  </a:lnTo>
                  <a:lnTo>
                    <a:pt x="2689623" y="1254660"/>
                  </a:lnTo>
                  <a:lnTo>
                    <a:pt x="2692586" y="1254665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87449" y="2453140"/>
              <a:ext cx="3541785" cy="138014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87449" y="2210897"/>
              <a:ext cx="3541785" cy="24224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2291868" y="2274822"/>
              <a:ext cx="332947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after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848439" y="197395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921707" y="197395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994976" y="197395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068244" y="197395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812886" y="203353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15049" y="203353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888318" y="203353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961586" y="203353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3370333" y="267678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392279" y="278651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370333" y="289623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392279" y="300596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659378" y="2722526"/>
              <a:ext cx="350777" cy="104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9378" y="2941982"/>
              <a:ext cx="366221" cy="104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Target</a:t>
              </a:r>
            </a:p>
          </p:txBody>
        </p:sp>
        <p:sp>
          <p:nvSpPr>
            <p:cNvPr id="48" name="rc48"/>
            <p:cNvSpPr/>
            <p:nvPr/>
          </p:nvSpPr>
          <p:spPr>
            <a:xfrm>
              <a:off x="687449" y="351567"/>
              <a:ext cx="3541785" cy="24224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232011" y="415492"/>
              <a:ext cx="45266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before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848439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653390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458341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63293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068244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792722" y="3895916"/>
              <a:ext cx="111432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597674" y="3894443"/>
              <a:ext cx="111432" cy="82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422789" y="389286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227740" y="3894443"/>
              <a:ext cx="71105" cy="82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032691" y="389591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75978" y="186743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75978" y="1486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75978" y="1106194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5978" y="725576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64" name="pl64"/>
            <p:cNvSpPr/>
            <p:nvPr/>
          </p:nvSpPr>
          <p:spPr>
            <a:xfrm>
              <a:off x="652654" y="1911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2654" y="15306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2654" y="11499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2654" y="7693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75978" y="372676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75978" y="3409758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0.25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75978" y="3092756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75978" y="2775754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0.75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75978" y="2458753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1.00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652654" y="37705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2654" y="34535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2654" y="31365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2654" y="28195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52654" y="25025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2261172" y="4031612"/>
              <a:ext cx="394338" cy="105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Score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-92131" y="2145949"/>
              <a:ext cx="531105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Density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87449" y="101598"/>
              <a:ext cx="3400499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A. Score separation (targets vs decoys)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4298823" y="69589"/>
              <a:ext cx="4087024" cy="4166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774473" y="593810"/>
              <a:ext cx="3541785" cy="3239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774473" y="3787038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774473" y="2925505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774473" y="2063972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774473" y="1202439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307960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545366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782772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155268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935463" y="741059"/>
              <a:ext cx="3219805" cy="2872136"/>
            </a:xfrm>
            <a:custGeom>
              <a:avLst/>
              <a:pathLst>
                <a:path w="3219805" h="2872136">
                  <a:moveTo>
                    <a:pt x="0" y="0"/>
                  </a:moveTo>
                  <a:lnTo>
                    <a:pt x="372496" y="1119532"/>
                  </a:lnTo>
                  <a:lnTo>
                    <a:pt x="744992" y="1610090"/>
                  </a:lnTo>
                  <a:lnTo>
                    <a:pt x="1237406" y="2057733"/>
                  </a:lnTo>
                  <a:lnTo>
                    <a:pt x="1609902" y="2389066"/>
                  </a:lnTo>
                  <a:lnTo>
                    <a:pt x="1982398" y="2584149"/>
                  </a:lnTo>
                  <a:lnTo>
                    <a:pt x="2474812" y="2732642"/>
                  </a:lnTo>
                  <a:lnTo>
                    <a:pt x="2847308" y="2816379"/>
                  </a:lnTo>
                  <a:lnTo>
                    <a:pt x="3219805" y="287213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935463" y="741059"/>
              <a:ext cx="3219805" cy="2936493"/>
            </a:xfrm>
            <a:custGeom>
              <a:avLst/>
              <a:pathLst>
                <a:path w="3219805" h="2936493">
                  <a:moveTo>
                    <a:pt x="0" y="0"/>
                  </a:moveTo>
                  <a:lnTo>
                    <a:pt x="372496" y="1119532"/>
                  </a:lnTo>
                  <a:lnTo>
                    <a:pt x="744992" y="1802463"/>
                  </a:lnTo>
                  <a:lnTo>
                    <a:pt x="1237406" y="2307220"/>
                  </a:lnTo>
                  <a:lnTo>
                    <a:pt x="1609902" y="2531114"/>
                  </a:lnTo>
                  <a:lnTo>
                    <a:pt x="1982398" y="2688247"/>
                  </a:lnTo>
                  <a:lnTo>
                    <a:pt x="2474812" y="2824709"/>
                  </a:lnTo>
                  <a:lnTo>
                    <a:pt x="2847308" y="2894436"/>
                  </a:lnTo>
                  <a:lnTo>
                    <a:pt x="3219805" y="2936493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935463" y="593810"/>
              <a:ext cx="3219805" cy="3092227"/>
            </a:xfrm>
            <a:custGeom>
              <a:avLst/>
              <a:pathLst>
                <a:path w="3219805" h="3092227">
                  <a:moveTo>
                    <a:pt x="0" y="0"/>
                  </a:moveTo>
                  <a:lnTo>
                    <a:pt x="372496" y="147248"/>
                  </a:lnTo>
                  <a:lnTo>
                    <a:pt x="744992" y="1565083"/>
                  </a:lnTo>
                  <a:lnTo>
                    <a:pt x="1237406" y="2295017"/>
                  </a:lnTo>
                  <a:lnTo>
                    <a:pt x="1609902" y="2601524"/>
                  </a:lnTo>
                  <a:lnTo>
                    <a:pt x="1982398" y="2796675"/>
                  </a:lnTo>
                  <a:lnTo>
                    <a:pt x="2474812" y="2958574"/>
                  </a:lnTo>
                  <a:lnTo>
                    <a:pt x="2847308" y="3037075"/>
                  </a:lnTo>
                  <a:lnTo>
                    <a:pt x="3219805" y="3092227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774473" y="593810"/>
              <a:ext cx="3541785" cy="32394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4534107" y="374324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534107" y="288171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534107" y="202018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534107" y="1158647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99" name="pl99"/>
            <p:cNvSpPr/>
            <p:nvPr/>
          </p:nvSpPr>
          <p:spPr>
            <a:xfrm>
              <a:off x="4739678" y="37870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739678" y="29255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739678" y="20639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739678" y="12024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307960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545366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782772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155268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5147987" y="3892861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0.001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6420945" y="3892861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658352" y="3892861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030848" y="3892861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113953" y="4002075"/>
              <a:ext cx="86282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 (log scale)</a:t>
              </a:r>
            </a:p>
          </p:txBody>
        </p:sp>
        <p:sp>
          <p:nvSpPr>
            <p:cNvPr id="112" name="tx112"/>
            <p:cNvSpPr/>
            <p:nvPr/>
          </p:nvSpPr>
          <p:spPr>
            <a:xfrm rot="-5400000">
              <a:off x="4115956" y="2155226"/>
              <a:ext cx="591951" cy="1166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Dα^-1/2</a:t>
              </a:r>
            </a:p>
          </p:txBody>
        </p:sp>
        <p:sp>
          <p:nvSpPr>
            <p:cNvPr id="113" name="rc113"/>
            <p:cNvSpPr/>
            <p:nvPr/>
          </p:nvSpPr>
          <p:spPr>
            <a:xfrm>
              <a:off x="6115384" y="78534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137330" y="8950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6115384" y="10047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137330" y="11145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6115384" y="12242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137330" y="13339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6404430" y="827649"/>
              <a:ext cx="1342702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(mokapot q-value)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404430" y="1047105"/>
              <a:ext cx="1633453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(q from mokapot score)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404430" y="1266561"/>
              <a:ext cx="1595526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Before (q from before score)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774473" y="101598"/>
              <a:ext cx="3153072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Decoy-support index Dα^-1/2 vs α</a:t>
              </a:r>
            </a:p>
          </p:txBody>
        </p:sp>
        <p:sp>
          <p:nvSpPr>
            <p:cNvPr id="123" name="rc123"/>
            <p:cNvSpPr/>
            <p:nvPr/>
          </p:nvSpPr>
          <p:spPr>
            <a:xfrm>
              <a:off x="8385848" y="69589"/>
              <a:ext cx="6174962" cy="4166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8897077" y="593810"/>
              <a:ext cx="3541785" cy="3239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897077" y="3686037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897077" y="2911043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897077" y="2136049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897077" y="1361055"/>
              <a:ext cx="3541785" cy="0"/>
            </a:xfrm>
            <a:custGeom>
              <a:avLst/>
              <a:pathLst>
                <a:path w="3541785" h="0">
                  <a:moveTo>
                    <a:pt x="0" y="0"/>
                  </a:moveTo>
                  <a:lnTo>
                    <a:pt x="3541785" y="0"/>
                  </a:lnTo>
                  <a:lnTo>
                    <a:pt x="354178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9479295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10878584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12277873" y="59381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9058067" y="2740544"/>
              <a:ext cx="3219805" cy="945493"/>
            </a:xfrm>
            <a:custGeom>
              <a:avLst/>
              <a:pathLst>
                <a:path w="3219805" h="945493">
                  <a:moveTo>
                    <a:pt x="0" y="945493"/>
                  </a:moveTo>
                  <a:lnTo>
                    <a:pt x="421227" y="945493"/>
                  </a:lnTo>
                  <a:lnTo>
                    <a:pt x="842455" y="929993"/>
                  </a:lnTo>
                  <a:lnTo>
                    <a:pt x="1399288" y="836993"/>
                  </a:lnTo>
                  <a:lnTo>
                    <a:pt x="1820516" y="790494"/>
                  </a:lnTo>
                  <a:lnTo>
                    <a:pt x="2241744" y="666495"/>
                  </a:lnTo>
                  <a:lnTo>
                    <a:pt x="2798577" y="418496"/>
                  </a:lnTo>
                  <a:lnTo>
                    <a:pt x="3219805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9058067" y="741059"/>
              <a:ext cx="3219805" cy="2944978"/>
            </a:xfrm>
            <a:custGeom>
              <a:avLst/>
              <a:pathLst>
                <a:path w="3219805" h="2944978">
                  <a:moveTo>
                    <a:pt x="0" y="2944978"/>
                  </a:moveTo>
                  <a:lnTo>
                    <a:pt x="421227" y="2913978"/>
                  </a:lnTo>
                  <a:lnTo>
                    <a:pt x="842455" y="2898478"/>
                  </a:lnTo>
                  <a:lnTo>
                    <a:pt x="1399288" y="2836479"/>
                  </a:lnTo>
                  <a:lnTo>
                    <a:pt x="1820516" y="2712480"/>
                  </a:lnTo>
                  <a:lnTo>
                    <a:pt x="2241744" y="2479981"/>
                  </a:lnTo>
                  <a:lnTo>
                    <a:pt x="2798577" y="1673987"/>
                  </a:lnTo>
                  <a:lnTo>
                    <a:pt x="3219805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9058067" y="818559"/>
              <a:ext cx="3219805" cy="2867478"/>
            </a:xfrm>
            <a:custGeom>
              <a:avLst/>
              <a:pathLst>
                <a:path w="3219805" h="2867478">
                  <a:moveTo>
                    <a:pt x="0" y="2867478"/>
                  </a:moveTo>
                  <a:lnTo>
                    <a:pt x="421227" y="2867478"/>
                  </a:lnTo>
                  <a:lnTo>
                    <a:pt x="842455" y="2836479"/>
                  </a:lnTo>
                  <a:lnTo>
                    <a:pt x="1399288" y="2774479"/>
                  </a:lnTo>
                  <a:lnTo>
                    <a:pt x="1820516" y="2681480"/>
                  </a:lnTo>
                  <a:lnTo>
                    <a:pt x="2241744" y="2433482"/>
                  </a:lnTo>
                  <a:lnTo>
                    <a:pt x="2798577" y="1627488"/>
                  </a:lnTo>
                  <a:lnTo>
                    <a:pt x="3219805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8897077" y="593810"/>
              <a:ext cx="3541785" cy="32394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8763342" y="364224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8692237" y="2867250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8621132" y="209225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8621132" y="131726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140" name="pl140"/>
            <p:cNvSpPr/>
            <p:nvPr/>
          </p:nvSpPr>
          <p:spPr>
            <a:xfrm>
              <a:off x="8862283" y="36860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862283" y="29110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862283" y="21360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862283" y="13610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9479295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0878584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2277873" y="38332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9319322" y="3892861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0.001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754164" y="3892861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2153452" y="3892861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10236558" y="4002075"/>
              <a:ext cx="86282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 (log scale)</a:t>
              </a:r>
            </a:p>
          </p:txBody>
        </p:sp>
        <p:sp>
          <p:nvSpPr>
            <p:cNvPr id="151" name="tx151"/>
            <p:cNvSpPr/>
            <p:nvPr/>
          </p:nvSpPr>
          <p:spPr>
            <a:xfrm rot="-5400000">
              <a:off x="8253254" y="2152361"/>
              <a:ext cx="485675" cy="122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Dα,win</a:t>
              </a:r>
            </a:p>
          </p:txBody>
        </p:sp>
        <p:sp>
          <p:nvSpPr>
            <p:cNvPr id="152" name="rc152"/>
            <p:cNvSpPr/>
            <p:nvPr/>
          </p:nvSpPr>
          <p:spPr>
            <a:xfrm>
              <a:off x="9175453" y="78534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9197399" y="8950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9175453" y="10047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9197399" y="11145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9175453" y="12242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197399" y="13339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9464498" y="827649"/>
              <a:ext cx="1342702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(mokapot q-value)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9464498" y="1047105"/>
              <a:ext cx="1633453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(q from mokapot score)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9464498" y="1266561"/>
              <a:ext cx="1595526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Before (q from before score)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8897077" y="101598"/>
              <a:ext cx="2997621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C. Local decoy support Dα,win vs α</a:t>
              </a:r>
            </a:p>
          </p:txBody>
        </p:sp>
        <p:sp>
          <p:nvSpPr>
            <p:cNvPr id="162" name="rc162"/>
            <p:cNvSpPr/>
            <p:nvPr/>
          </p:nvSpPr>
          <p:spPr>
            <a:xfrm>
              <a:off x="69589" y="4235921"/>
              <a:ext cx="4241094" cy="39240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87449" y="4517900"/>
              <a:ext cx="3553645" cy="3239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87449" y="7668916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87449" y="6823023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87449" y="5977129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87449" y="5131236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222722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464271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705821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4079565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48978" y="5180298"/>
              <a:ext cx="3230586" cy="814595"/>
            </a:xfrm>
            <a:custGeom>
              <a:avLst/>
              <a:pathLst>
                <a:path w="3230586" h="814595">
                  <a:moveTo>
                    <a:pt x="0" y="814595"/>
                  </a:moveTo>
                  <a:lnTo>
                    <a:pt x="373743" y="522339"/>
                  </a:lnTo>
                  <a:lnTo>
                    <a:pt x="747487" y="458051"/>
                  </a:lnTo>
                  <a:lnTo>
                    <a:pt x="1241549" y="381920"/>
                  </a:lnTo>
                  <a:lnTo>
                    <a:pt x="1615293" y="344278"/>
                  </a:lnTo>
                  <a:lnTo>
                    <a:pt x="1989037" y="287603"/>
                  </a:lnTo>
                  <a:lnTo>
                    <a:pt x="2483099" y="215702"/>
                  </a:lnTo>
                  <a:lnTo>
                    <a:pt x="2856843" y="131113"/>
                  </a:lnTo>
                  <a:lnTo>
                    <a:pt x="3230586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48978" y="4699830"/>
              <a:ext cx="3230586" cy="1271800"/>
            </a:xfrm>
            <a:custGeom>
              <a:avLst/>
              <a:pathLst>
                <a:path w="3230586" h="1271800">
                  <a:moveTo>
                    <a:pt x="0" y="1271800"/>
                  </a:moveTo>
                  <a:lnTo>
                    <a:pt x="373743" y="989695"/>
                  </a:lnTo>
                  <a:lnTo>
                    <a:pt x="747487" y="908912"/>
                  </a:lnTo>
                  <a:lnTo>
                    <a:pt x="1241549" y="834896"/>
                  </a:lnTo>
                  <a:lnTo>
                    <a:pt x="1615293" y="784989"/>
                  </a:lnTo>
                  <a:lnTo>
                    <a:pt x="1989037" y="720701"/>
                  </a:lnTo>
                  <a:lnTo>
                    <a:pt x="2483099" y="596354"/>
                  </a:lnTo>
                  <a:lnTo>
                    <a:pt x="2856843" y="391648"/>
                  </a:lnTo>
                  <a:lnTo>
                    <a:pt x="3230586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48978" y="4665149"/>
              <a:ext cx="3230586" cy="2944978"/>
            </a:xfrm>
            <a:custGeom>
              <a:avLst/>
              <a:pathLst>
                <a:path w="3230586" h="2944978">
                  <a:moveTo>
                    <a:pt x="0" y="2944978"/>
                  </a:moveTo>
                  <a:lnTo>
                    <a:pt x="373743" y="2545293"/>
                  </a:lnTo>
                  <a:lnTo>
                    <a:pt x="747487" y="2067786"/>
                  </a:lnTo>
                  <a:lnTo>
                    <a:pt x="1241549" y="1803444"/>
                  </a:lnTo>
                  <a:lnTo>
                    <a:pt x="1615293" y="1531490"/>
                  </a:lnTo>
                  <a:lnTo>
                    <a:pt x="1989037" y="1316210"/>
                  </a:lnTo>
                  <a:lnTo>
                    <a:pt x="2483099" y="988849"/>
                  </a:lnTo>
                  <a:lnTo>
                    <a:pt x="2856843" y="624692"/>
                  </a:lnTo>
                  <a:lnTo>
                    <a:pt x="3230586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687449" y="4517900"/>
              <a:ext cx="3553645" cy="32394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304873" y="7613719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2,000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04873" y="6767825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4,000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304873" y="5921932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6,000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304873" y="5076038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8,000</a:t>
              </a:r>
            </a:p>
          </p:txBody>
        </p:sp>
        <p:sp>
          <p:nvSpPr>
            <p:cNvPr id="180" name="pl180"/>
            <p:cNvSpPr/>
            <p:nvPr/>
          </p:nvSpPr>
          <p:spPr>
            <a:xfrm>
              <a:off x="652654" y="76689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652654" y="68230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52654" y="59771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652654" y="51312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222722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2464271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3705821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4079565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1062749" y="7816950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0.001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339851" y="78169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581401" y="78169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3955144" y="78169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032859" y="7926165"/>
              <a:ext cx="86282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 (log scale)</a:t>
              </a:r>
            </a:p>
          </p:txBody>
        </p:sp>
        <p:sp>
          <p:nvSpPr>
            <p:cNvPr id="193" name="tx193"/>
            <p:cNvSpPr/>
            <p:nvPr/>
          </p:nvSpPr>
          <p:spPr>
            <a:xfrm rot="-5400000">
              <a:off x="-501136" y="6070039"/>
              <a:ext cx="134911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# accepted targets</a:t>
              </a:r>
            </a:p>
          </p:txBody>
        </p:sp>
        <p:sp>
          <p:nvSpPr>
            <p:cNvPr id="194" name="rc194"/>
            <p:cNvSpPr/>
            <p:nvPr/>
          </p:nvSpPr>
          <p:spPr>
            <a:xfrm>
              <a:off x="2036069" y="6815091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2058015" y="69248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2036069" y="7034547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058015" y="71442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2036069" y="7254003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2058015" y="73637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2325114" y="6857397"/>
              <a:ext cx="1342702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(mokapot q-value)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325114" y="7076853"/>
              <a:ext cx="1633453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(q from mokapot score)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325114" y="7296309"/>
              <a:ext cx="1595526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Before (q from before score)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687449" y="4267931"/>
              <a:ext cx="2114624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D. Accepted targets vs α</a:t>
              </a:r>
            </a:p>
          </p:txBody>
        </p:sp>
        <p:sp>
          <p:nvSpPr>
            <p:cNvPr id="204" name="rc204"/>
            <p:cNvSpPr/>
            <p:nvPr/>
          </p:nvSpPr>
          <p:spPr>
            <a:xfrm>
              <a:off x="4310683" y="4235921"/>
              <a:ext cx="4098884" cy="39240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4786333" y="4517900"/>
              <a:ext cx="3553645" cy="3239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4786333" y="7344707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4786333" y="6830457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4786333" y="6316206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4786333" y="5801956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4786333" y="5287706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4786333" y="4773455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5321606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6563156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804705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178449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4947862" y="4991073"/>
              <a:ext cx="3230586" cy="2604923"/>
            </a:xfrm>
            <a:custGeom>
              <a:avLst/>
              <a:pathLst>
                <a:path w="3230586" h="2604923">
                  <a:moveTo>
                    <a:pt x="0" y="2604923"/>
                  </a:moveTo>
                  <a:lnTo>
                    <a:pt x="373743" y="2064526"/>
                  </a:lnTo>
                  <a:lnTo>
                    <a:pt x="747487" y="1233122"/>
                  </a:lnTo>
                  <a:lnTo>
                    <a:pt x="1241549" y="771223"/>
                  </a:lnTo>
                  <a:lnTo>
                    <a:pt x="1615293" y="446023"/>
                  </a:lnTo>
                  <a:lnTo>
                    <a:pt x="1989037" y="163669"/>
                  </a:lnTo>
                  <a:lnTo>
                    <a:pt x="2483099" y="23202"/>
                  </a:lnTo>
                  <a:lnTo>
                    <a:pt x="2856843" y="0"/>
                  </a:lnTo>
                  <a:lnTo>
                    <a:pt x="3230586" y="16844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947862" y="4665149"/>
              <a:ext cx="3230586" cy="2944978"/>
            </a:xfrm>
            <a:custGeom>
              <a:avLst/>
              <a:pathLst>
                <a:path w="3230586" h="2944978">
                  <a:moveTo>
                    <a:pt x="0" y="2944978"/>
                  </a:moveTo>
                  <a:lnTo>
                    <a:pt x="373743" y="2399058"/>
                  </a:lnTo>
                  <a:lnTo>
                    <a:pt x="747487" y="1590032"/>
                  </a:lnTo>
                  <a:lnTo>
                    <a:pt x="1241549" y="1125511"/>
                  </a:lnTo>
                  <a:lnTo>
                    <a:pt x="1615293" y="809570"/>
                  </a:lnTo>
                  <a:lnTo>
                    <a:pt x="1989037" y="530882"/>
                  </a:lnTo>
                  <a:lnTo>
                    <a:pt x="2483099" y="421240"/>
                  </a:lnTo>
                  <a:lnTo>
                    <a:pt x="2856843" y="385303"/>
                  </a:lnTo>
                  <a:lnTo>
                    <a:pt x="3230586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4786333" y="4517900"/>
              <a:ext cx="3553645" cy="32394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4545967" y="7300915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4545967" y="678666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545967" y="627241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4545967" y="575816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0.7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545967" y="524391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4545967" y="472966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0.9</a:t>
              </a:r>
            </a:p>
          </p:txBody>
        </p:sp>
        <p:sp>
          <p:nvSpPr>
            <p:cNvPr id="225" name="pl225"/>
            <p:cNvSpPr/>
            <p:nvPr/>
          </p:nvSpPr>
          <p:spPr>
            <a:xfrm>
              <a:off x="4751538" y="73447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751538" y="68304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751538" y="63162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751538" y="58019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4751538" y="52877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4751538" y="47734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321606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563156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804705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178449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tx235"/>
            <p:cNvSpPr/>
            <p:nvPr/>
          </p:nvSpPr>
          <p:spPr>
            <a:xfrm>
              <a:off x="5161633" y="7816950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0.001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6438735" y="78169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7680285" y="78169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054029" y="78169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0.20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131743" y="7926165"/>
              <a:ext cx="86282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 (log scale)</a:t>
              </a:r>
            </a:p>
          </p:txBody>
        </p:sp>
        <p:sp>
          <p:nvSpPr>
            <p:cNvPr id="240" name="tx240"/>
            <p:cNvSpPr/>
            <p:nvPr/>
          </p:nvSpPr>
          <p:spPr>
            <a:xfrm rot="-5400000">
              <a:off x="4158990" y="6070584"/>
              <a:ext cx="512142" cy="1341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Jaccard</a:t>
              </a:r>
            </a:p>
          </p:txBody>
        </p:sp>
        <p:sp>
          <p:nvSpPr>
            <p:cNvPr id="241" name="rc241"/>
            <p:cNvSpPr/>
            <p:nvPr/>
          </p:nvSpPr>
          <p:spPr>
            <a:xfrm>
              <a:off x="5675634" y="692481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697579" y="70345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5675634" y="714427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697579" y="725400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tx245"/>
            <p:cNvSpPr/>
            <p:nvPr/>
          </p:nvSpPr>
          <p:spPr>
            <a:xfrm>
              <a:off x="5964679" y="6967125"/>
              <a:ext cx="1905977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Before vs After (mokapot q-value)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964679" y="7186581"/>
              <a:ext cx="2196727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Before vs After (q from mokapot score)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4786333" y="4267931"/>
              <a:ext cx="3962325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E. Accepted target-set overlap before vs after</a:t>
              </a:r>
            </a:p>
          </p:txBody>
        </p:sp>
        <p:sp>
          <p:nvSpPr>
            <p:cNvPr id="248" name="rc248"/>
            <p:cNvSpPr/>
            <p:nvPr/>
          </p:nvSpPr>
          <p:spPr>
            <a:xfrm>
              <a:off x="8409567" y="4235921"/>
              <a:ext cx="6151242" cy="39240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8885217" y="4517900"/>
              <a:ext cx="3553645" cy="3239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885217" y="7646169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885217" y="7049965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8885217" y="6453761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885217" y="5857557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885217" y="5261353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885217" y="4665149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9044071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0210160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1376249" y="4517900"/>
              <a:ext cx="0" cy="3239476"/>
            </a:xfrm>
            <a:custGeom>
              <a:avLst/>
              <a:pathLst>
                <a:path w="0" h="3239476">
                  <a:moveTo>
                    <a:pt x="0" y="32394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8885217" y="4665149"/>
              <a:ext cx="3553645" cy="0"/>
            </a:xfrm>
            <a:custGeom>
              <a:avLst/>
              <a:pathLst>
                <a:path w="3553645" h="0">
                  <a:moveTo>
                    <a:pt x="0" y="0"/>
                  </a:moveTo>
                  <a:lnTo>
                    <a:pt x="3553645" y="0"/>
                  </a:lnTo>
                  <a:lnTo>
                    <a:pt x="355364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9046747" y="4915304"/>
              <a:ext cx="3095187" cy="2694822"/>
            </a:xfrm>
            <a:custGeom>
              <a:avLst/>
              <a:pathLst>
                <a:path w="3095187" h="2694822">
                  <a:moveTo>
                    <a:pt x="0" y="2694822"/>
                  </a:moveTo>
                  <a:lnTo>
                    <a:pt x="81064" y="1257101"/>
                  </a:lnTo>
                  <a:lnTo>
                    <a:pt x="194751" y="495099"/>
                  </a:lnTo>
                  <a:lnTo>
                    <a:pt x="435694" y="53695"/>
                  </a:lnTo>
                  <a:lnTo>
                    <a:pt x="863568" y="0"/>
                  </a:lnTo>
                  <a:lnTo>
                    <a:pt x="2074878" y="39869"/>
                  </a:lnTo>
                  <a:lnTo>
                    <a:pt x="3095187" y="43936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9047009" y="4844728"/>
              <a:ext cx="797648" cy="2743749"/>
            </a:xfrm>
            <a:custGeom>
              <a:avLst/>
              <a:pathLst>
                <a:path w="797648" h="2743749">
                  <a:moveTo>
                    <a:pt x="0" y="2743749"/>
                  </a:moveTo>
                  <a:lnTo>
                    <a:pt x="84408" y="831603"/>
                  </a:lnTo>
                  <a:lnTo>
                    <a:pt x="203179" y="159172"/>
                  </a:lnTo>
                  <a:lnTo>
                    <a:pt x="434016" y="0"/>
                  </a:lnTo>
                  <a:lnTo>
                    <a:pt x="797648" y="153235"/>
                  </a:lnTo>
                </a:path>
              </a:pathLst>
            </a:custGeom>
            <a:ln w="2439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9055018" y="4807610"/>
              <a:ext cx="3222314" cy="2781459"/>
            </a:xfrm>
            <a:custGeom>
              <a:avLst/>
              <a:pathLst>
                <a:path w="3222314" h="2781459">
                  <a:moveTo>
                    <a:pt x="0" y="2781459"/>
                  </a:moveTo>
                  <a:lnTo>
                    <a:pt x="80643" y="2163414"/>
                  </a:lnTo>
                  <a:lnTo>
                    <a:pt x="185560" y="1523667"/>
                  </a:lnTo>
                  <a:lnTo>
                    <a:pt x="421786" y="871317"/>
                  </a:lnTo>
                  <a:lnTo>
                    <a:pt x="873078" y="350259"/>
                  </a:lnTo>
                  <a:lnTo>
                    <a:pt x="2180294" y="77299"/>
                  </a:lnTo>
                  <a:lnTo>
                    <a:pt x="3222314" y="0"/>
                  </a:lnTo>
                </a:path>
              </a:pathLst>
            </a:custGeom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8982426" y="7516477"/>
              <a:ext cx="145185" cy="14518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9109232" y="6944595"/>
              <a:ext cx="52859" cy="52859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9207235" y="6297934"/>
              <a:ext cx="66688" cy="6668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9439493" y="5641615"/>
              <a:ext cx="74624" cy="74624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9877510" y="5107283"/>
              <a:ext cx="101172" cy="10117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1122408" y="4772005"/>
              <a:ext cx="225810" cy="22581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2178553" y="4708830"/>
              <a:ext cx="197560" cy="19756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8965048" y="7528428"/>
              <a:ext cx="163396" cy="16339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9111099" y="6155694"/>
              <a:ext cx="33424" cy="3342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9221902" y="5390808"/>
              <a:ext cx="39192" cy="3919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9460501" y="4947060"/>
              <a:ext cx="43879" cy="43879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9883923" y="4888912"/>
              <a:ext cx="52783" cy="5278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1080238" y="4913787"/>
              <a:ext cx="82774" cy="8277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12118103" y="4935409"/>
              <a:ext cx="47661" cy="4766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8964656" y="7506125"/>
              <a:ext cx="164704" cy="164704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9113126" y="5658041"/>
              <a:ext cx="36581" cy="36581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9224655" y="4978368"/>
              <a:ext cx="51065" cy="51065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9448867" y="4812570"/>
              <a:ext cx="64315" cy="64315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9802796" y="4956102"/>
              <a:ext cx="83722" cy="83722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8885217" y="4517900"/>
              <a:ext cx="3553645" cy="32394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8644852" y="760237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8644852" y="7006172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8644852" y="640996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8644852" y="581376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8644852" y="521756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8644852" y="462135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289" name="pl289"/>
            <p:cNvSpPr/>
            <p:nvPr/>
          </p:nvSpPr>
          <p:spPr>
            <a:xfrm>
              <a:off x="8850423" y="76461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8850423" y="70499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8850423" y="64537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8850423" y="58575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8850423" y="52613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8850423" y="46651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9044071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210160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1376249" y="77573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tx298"/>
            <p:cNvSpPr/>
            <p:nvPr/>
          </p:nvSpPr>
          <p:spPr>
            <a:xfrm>
              <a:off x="8955203" y="781695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0121292" y="781695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1287382" y="781695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0121351" y="7926165"/>
              <a:ext cx="1081378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q in band</a:t>
              </a:r>
            </a:p>
          </p:txBody>
        </p:sp>
        <p:sp>
          <p:nvSpPr>
            <p:cNvPr id="302" name="tx302"/>
            <p:cNvSpPr/>
            <p:nvPr/>
          </p:nvSpPr>
          <p:spPr>
            <a:xfrm rot="-5400000">
              <a:off x="8003644" y="6070039"/>
              <a:ext cx="1019509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 fraction</a:t>
              </a:r>
            </a:p>
          </p:txBody>
        </p:sp>
        <p:sp>
          <p:nvSpPr>
            <p:cNvPr id="303" name="rc303"/>
            <p:cNvSpPr/>
            <p:nvPr/>
          </p:nvSpPr>
          <p:spPr>
            <a:xfrm>
              <a:off x="12647630" y="5437958"/>
              <a:ext cx="243178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2699995" y="5478462"/>
              <a:ext cx="138448" cy="13844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12647630" y="5657414"/>
              <a:ext cx="243178" cy="243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2673185" y="5682970"/>
              <a:ext cx="192067" cy="19206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tx307"/>
            <p:cNvSpPr/>
            <p:nvPr/>
          </p:nvSpPr>
          <p:spPr>
            <a:xfrm>
              <a:off x="12960398" y="5507875"/>
              <a:ext cx="258564" cy="76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5000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12960398" y="5739192"/>
              <a:ext cx="323205" cy="76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10000</a:t>
              </a:r>
            </a:p>
          </p:txBody>
        </p:sp>
        <p:sp>
          <p:nvSpPr>
            <p:cNvPr id="309" name="rc309"/>
            <p:cNvSpPr/>
            <p:nvPr/>
          </p:nvSpPr>
          <p:spPr>
            <a:xfrm>
              <a:off x="12647630" y="624853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2669576" y="635826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2732532" y="633344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12647630" y="646799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12669576" y="657772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2732532" y="6552896"/>
              <a:ext cx="49651" cy="49651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2647630" y="668745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12669576" y="679717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2732532" y="6772352"/>
              <a:ext cx="49651" cy="49651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tx318"/>
            <p:cNvSpPr/>
            <p:nvPr/>
          </p:nvSpPr>
          <p:spPr>
            <a:xfrm>
              <a:off x="12936675" y="6296974"/>
              <a:ext cx="1220638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(mokapot q-value)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12936675" y="6516430"/>
              <a:ext cx="1484957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After (q from mokapot score)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12936675" y="6735886"/>
              <a:ext cx="1450478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Before (q from before score)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8885217" y="4267931"/>
              <a:ext cx="2381696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F. Decoy fraction by q-band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2026-10-28T09:42:38Z</dcterms:modified>
  <cp:category/>
</cp:coreProperties>
</file>